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2" r:id="rId17"/>
    <p:sldId id="273" r:id="rId18"/>
    <p:sldId id="274" r:id="rId1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2737"/>
    <a:srgbClr val="3388BB"/>
    <a:srgbClr val="F3F5F9"/>
    <a:srgbClr val="7777AA"/>
    <a:srgbClr val="FFDD88"/>
    <a:srgbClr val="77DD77"/>
    <a:srgbClr val="FF8899"/>
    <a:srgbClr val="0B2636"/>
    <a:srgbClr val="77BBDD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994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9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2.png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7D25B-CEED-4887-8644-E2193DF1F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800"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CEA635-DFBE-4CB0-A8A4-729D919AED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altLang="zh-CN"/>
              <a:t>Click to edit Master subtitle style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4E380A-D952-4B41-AD19-4E1762E816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CC0B92C9-1A3D-4C92-9369-E516D4EF0054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CC7F88-A1BF-45F4-8E16-D7F9FEA43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865D5-A502-4786-8278-7FF197B96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6BD1D681-FED8-4FCF-AD93-C07FB7E6D9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46533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_Dark">
    <p:bg>
      <p:bgPr>
        <a:solidFill>
          <a:srgbClr val="0181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7D25B-CEED-4887-8644-E2193DF1F8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4800">
                <a:solidFill>
                  <a:srgbClr val="F3F5F9"/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CEA635-DFBE-4CB0-A8A4-729D919AED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effectLst>
                  <a:outerShdw blurRad="38100" dist="12700" dir="2700000" algn="tl" rotWithShape="0">
                    <a:srgbClr val="F3F5F9">
                      <a:alpha val="40000"/>
                    </a:srgbClr>
                  </a:outerShdw>
                </a:effectLst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 altLang="zh-CN" dirty="0"/>
              <a:t>Click to edit Master subtitle style</a:t>
            </a:r>
            <a:endParaRPr lang="zh-CN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4E380A-D952-4B41-AD19-4E1762E8168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B92C9-1A3D-4C92-9369-E516D4EF0054}" type="datetimeFigureOut">
              <a:rPr lang="zh-CN" altLang="en-US" smtClean="0"/>
              <a:pPr/>
              <a:t>2025/6/5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CC7F88-A1BF-45F4-8E16-D7F9FEA43B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7F865D5-A502-4786-8278-7FF197B96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BD1D681-FED8-4FCF-AD93-C07FB7E6D92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84240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3EC14749-84B6-4793-83B3-74C9F33928F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128596" cy="685800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D323E-CE5D-46FC-BDC8-AF8E6A1898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3F5F9"/>
                </a:solidFill>
              </a:defRPr>
            </a:lvl1pPr>
          </a:lstStyle>
          <a:p>
            <a:fld id="{CC0B92C9-1A3D-4C92-9369-E516D4EF0054}" type="datetimeFigureOut">
              <a:rPr lang="zh-CN" altLang="en-US" smtClean="0"/>
              <a:pPr/>
              <a:t>2025/6/5</a:t>
            </a:fld>
            <a:endParaRPr lang="zh-CN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B95FE-8E2B-4B91-8352-5397681AF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9C408-CD0F-4C6C-A9F1-07C6F624E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6BD1D681-FED8-4FCF-AD93-C07FB7E6D92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85A3D67-D0F9-4EB4-A0CF-FE66AB559610}"/>
              </a:ext>
            </a:extLst>
          </p:cNvPr>
          <p:cNvSpPr/>
          <p:nvPr userDrawn="1"/>
        </p:nvSpPr>
        <p:spPr>
          <a:xfrm>
            <a:off x="0" y="645318"/>
            <a:ext cx="4238626" cy="730250"/>
          </a:xfrm>
          <a:prstGeom prst="rect">
            <a:avLst/>
          </a:prstGeom>
          <a:solidFill>
            <a:srgbClr val="338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zh-CN" altLang="en-US" sz="3200" dirty="0">
                <a:solidFill>
                  <a:srgbClr val="F3F5F9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目录 </a:t>
            </a:r>
            <a:r>
              <a:rPr lang="en-US" altLang="zh-CN" sz="3200" dirty="0">
                <a:solidFill>
                  <a:srgbClr val="F3F5F9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Contents	</a:t>
            </a:r>
          </a:p>
        </p:txBody>
      </p:sp>
    </p:spTree>
    <p:extLst>
      <p:ext uri="{BB962C8B-B14F-4D97-AF65-F5344CB8AC3E}">
        <p14:creationId xmlns:p14="http://schemas.microsoft.com/office/powerpoint/2010/main" val="3490222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1AC67-875C-4CFA-9EE1-737190F09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D323E-CE5D-46FC-BDC8-AF8E6A1898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CC0B92C9-1A3D-4C92-9369-E516D4EF0054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B95FE-8E2B-4B91-8352-5397681AF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9C408-CD0F-4C6C-A9F1-07C6F624E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6BD1D681-FED8-4FCF-AD93-C07FB7E6D92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494ED46-D374-4E12-ABA1-6800C7D36F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772318"/>
            <a:ext cx="1113148" cy="466724"/>
          </a:xfrm>
          <a:solidFill>
            <a:srgbClr val="3388BB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>
                <a:solidFill>
                  <a:srgbClr val="F3F5F9"/>
                </a:solidFill>
              </a:defRPr>
            </a:lvl1pPr>
          </a:lstStyle>
          <a:p>
            <a:pPr lvl="0"/>
            <a:r>
              <a:rPr lang="en-US" altLang="zh-CN" dirty="0"/>
              <a:t># No.</a:t>
            </a:r>
            <a:endParaRPr lang="zh-CN" alt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741DC4-0480-4FB4-B618-9089839DD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640558"/>
            <a:ext cx="9220199" cy="730248"/>
          </a:xfrm>
        </p:spPr>
        <p:txBody>
          <a:bodyPr/>
          <a:lstStyle>
            <a:lvl1pPr algn="l">
              <a:defRPr sz="3600">
                <a:solidFill>
                  <a:srgbClr val="0D2737"/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64819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_Frame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hidden="1">
            <a:extLst>
              <a:ext uri="{FF2B5EF4-FFF2-40B4-BE49-F238E27FC236}">
                <a16:creationId xmlns:a16="http://schemas.microsoft.com/office/drawing/2014/main" id="{14371392-55D7-490E-9DA1-F37DC09E597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33" r="3333"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9" name="Rectangle 8" hidden="1">
            <a:extLst>
              <a:ext uri="{FF2B5EF4-FFF2-40B4-BE49-F238E27FC236}">
                <a16:creationId xmlns:a16="http://schemas.microsoft.com/office/drawing/2014/main" id="{18F22B35-17C6-4568-9098-008B2F3FE2A1}"/>
              </a:ext>
            </a:extLst>
          </p:cNvPr>
          <p:cNvSpPr/>
          <p:nvPr userDrawn="1"/>
        </p:nvSpPr>
        <p:spPr>
          <a:xfrm>
            <a:off x="190500" y="180975"/>
            <a:ext cx="11782425" cy="65405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1AC67-875C-4CFA-9EE1-737190F09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D323E-CE5D-46FC-BDC8-AF8E6A1898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CC0B92C9-1A3D-4C92-9369-E516D4EF0054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B95FE-8E2B-4B91-8352-5397681AF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9C408-CD0F-4C6C-A9F1-07C6F624E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6BD1D681-FED8-4FCF-AD93-C07FB7E6D92E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494ED46-D374-4E12-ABA1-6800C7D36F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772318"/>
            <a:ext cx="1113148" cy="466724"/>
          </a:xfrm>
          <a:solidFill>
            <a:srgbClr val="3388BB"/>
          </a:solidFill>
        </p:spPr>
        <p:txBody>
          <a:bodyPr anchor="ctr"/>
          <a:lstStyle>
            <a:lvl1pPr marL="0" indent="0" algn="ctr">
              <a:buNone/>
              <a:defRPr lang="zh-CN" altLang="en-US" sz="2400" kern="1200" baseline="0" dirty="0">
                <a:solidFill>
                  <a:srgbClr val="F3F5F9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1pPr>
          </a:lstStyle>
          <a:p>
            <a:pPr marL="0" lvl="0" indent="0" algn="ctr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0000"/>
              <a:buFontTx/>
              <a:buNone/>
            </a:pPr>
            <a:r>
              <a:rPr lang="en-US" altLang="zh-CN" dirty="0"/>
              <a:t># No.</a:t>
            </a:r>
            <a:endParaRPr lang="zh-CN" alt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741DC4-0480-4FB4-B618-9089839DD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640558"/>
            <a:ext cx="9220199" cy="730248"/>
          </a:xfrm>
        </p:spPr>
        <p:txBody>
          <a:bodyPr/>
          <a:lstStyle>
            <a:lvl1pPr algn="l">
              <a:defRPr sz="3600">
                <a:solidFill>
                  <a:srgbClr val="0D2737"/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53859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_Dark">
    <p:bg>
      <p:bgPr>
        <a:solidFill>
          <a:srgbClr val="3388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1AC67-875C-4CFA-9EE1-737190F09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59991" indent="-359991">
              <a:buFontTx/>
              <a:buBlip>
                <a:blip r:embed="rId2"/>
              </a:buBlip>
              <a:defRPr>
                <a:solidFill>
                  <a:schemeClr val="accent3">
                    <a:lumMod val="20000"/>
                    <a:lumOff val="80000"/>
                  </a:schemeClr>
                </a:solidFill>
              </a:defRPr>
            </a:lvl1pPr>
            <a:lvl2pPr marL="685783" indent="-287993">
              <a:buFontTx/>
              <a:buBlip>
                <a:blip r:embed="rId3"/>
              </a:buBlip>
              <a:defRPr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D323E-CE5D-46FC-BDC8-AF8E6A1898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B92C9-1A3D-4C92-9369-E516D4EF0054}" type="datetimeFigureOut">
              <a:rPr lang="zh-CN" altLang="en-US" smtClean="0"/>
              <a:pPr/>
              <a:t>2025/6/5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B95FE-8E2B-4B91-8352-5397681AF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9C408-CD0F-4C6C-A9F1-07C6F624E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BD1D681-FED8-4FCF-AD93-C07FB7E6D92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494ED46-D374-4E12-ABA1-6800C7D36F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772318"/>
            <a:ext cx="1113148" cy="466724"/>
          </a:xfrm>
          <a:solidFill>
            <a:srgbClr val="F3F5F9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>
                <a:solidFill>
                  <a:srgbClr val="3388BB"/>
                </a:solidFill>
              </a:defRPr>
            </a:lvl1pPr>
          </a:lstStyle>
          <a:p>
            <a:pPr lvl="0"/>
            <a:r>
              <a:rPr lang="en-US" altLang="zh-CN" dirty="0"/>
              <a:t># No.</a:t>
            </a:r>
            <a:endParaRPr lang="zh-CN" alt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741DC4-0480-4FB4-B618-9089839DD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640558"/>
            <a:ext cx="9220199" cy="730248"/>
          </a:xfrm>
        </p:spPr>
        <p:txBody>
          <a:bodyPr/>
          <a:lstStyle>
            <a:lvl1pPr algn="l">
              <a:defRPr sz="3600">
                <a:solidFill>
                  <a:schemeClr val="accent3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668355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_Blac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1AC67-875C-4CFA-9EE1-737190F09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59991" indent="-359991">
              <a:buFontTx/>
              <a:buBlip>
                <a:blip r:embed="rId3"/>
              </a:buBlip>
              <a:defRPr>
                <a:solidFill>
                  <a:schemeClr val="accent3">
                    <a:lumMod val="20000"/>
                    <a:lumOff val="80000"/>
                  </a:schemeClr>
                </a:solidFill>
              </a:defRPr>
            </a:lvl1pPr>
            <a:lvl2pPr marL="685783" indent="-287993">
              <a:buFontTx/>
              <a:buBlip>
                <a:blip r:embed="rId4"/>
              </a:buBlip>
              <a:defRPr>
                <a:solidFill>
                  <a:schemeClr val="accent3">
                    <a:lumMod val="20000"/>
                    <a:lumOff val="80000"/>
                  </a:schemeClr>
                </a:solidFill>
              </a:defRPr>
            </a:lvl2pPr>
            <a:lvl3pPr>
              <a:defRPr>
                <a:solidFill>
                  <a:schemeClr val="accent3">
                    <a:lumMod val="20000"/>
                    <a:lumOff val="80000"/>
                  </a:schemeClr>
                </a:solidFill>
              </a:defRPr>
            </a:lvl3pPr>
            <a:lvl4pPr>
              <a:defRPr>
                <a:solidFill>
                  <a:schemeClr val="accent3">
                    <a:lumMod val="20000"/>
                    <a:lumOff val="80000"/>
                  </a:schemeClr>
                </a:solidFill>
              </a:defRPr>
            </a:lvl4pPr>
            <a:lvl5pPr>
              <a:defRPr>
                <a:solidFill>
                  <a:schemeClr val="accent3">
                    <a:lumMod val="20000"/>
                    <a:lumOff val="80000"/>
                  </a:schemeClr>
                </a:solidFill>
              </a:defRPr>
            </a:lvl5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D323E-CE5D-46FC-BDC8-AF8E6A1898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B92C9-1A3D-4C92-9369-E516D4EF0054}" type="datetimeFigureOut">
              <a:rPr lang="zh-CN" altLang="en-US" smtClean="0"/>
              <a:pPr/>
              <a:t>2025/6/5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B95FE-8E2B-4B91-8352-5397681AF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9C408-CD0F-4C6C-A9F1-07C6F624E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BD1D681-FED8-4FCF-AD93-C07FB7E6D92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494ED46-D374-4E12-ABA1-6800C7D36F5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8201" y="772318"/>
            <a:ext cx="1113148" cy="466724"/>
          </a:xfrm>
          <a:solidFill>
            <a:srgbClr val="F3F5F9"/>
          </a:solidFill>
        </p:spPr>
        <p:txBody>
          <a:bodyPr anchor="ctr"/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>
                <a:solidFill>
                  <a:srgbClr val="0D2737"/>
                </a:solidFill>
              </a:defRPr>
            </a:lvl1pPr>
          </a:lstStyle>
          <a:p>
            <a:pPr lvl="0"/>
            <a:r>
              <a:rPr lang="en-US" altLang="zh-CN" dirty="0"/>
              <a:t># No.</a:t>
            </a:r>
            <a:endParaRPr lang="zh-CN" alt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E741DC4-0480-4FB4-B618-9089839DD0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3600" y="640558"/>
            <a:ext cx="9220199" cy="730248"/>
          </a:xfrm>
        </p:spPr>
        <p:txBody>
          <a:bodyPr/>
          <a:lstStyle>
            <a:lvl1pPr algn="l">
              <a:defRPr sz="3600">
                <a:solidFill>
                  <a:schemeClr val="accent3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566601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2_Ligh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41DC4-0480-4FB4-B618-9089839DD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1AC67-875C-4CFA-9EE1-737190F09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D323E-CE5D-46FC-BDC8-AF8E6A1898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CC0B92C9-1A3D-4C92-9369-E516D4EF0054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B95FE-8E2B-4B91-8352-5397681AF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9C408-CD0F-4C6C-A9F1-07C6F624E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6BD1D681-FED8-4FCF-AD93-C07FB7E6D9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262512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2_L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1F5359EE-07DB-467D-B818-85F9490EF8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8300"/>
            <a:ext cx="12192000" cy="154305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E741DC4-0480-4FB4-B618-9089839DD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rgbClr val="F3F5F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1AC67-875C-4CFA-9EE1-737190F09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1349"/>
            <a:ext cx="10515600" cy="4265613"/>
          </a:xfrm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D323E-CE5D-46FC-BDC8-AF8E6A1898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CC0B92C9-1A3D-4C92-9369-E516D4EF0054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B95FE-8E2B-4B91-8352-5397681AF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9C408-CD0F-4C6C-A9F1-07C6F624E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6BD1D681-FED8-4FCF-AD93-C07FB7E6D9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88785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2_Frame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41DC4-0480-4FB4-B618-9089839DD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1AC67-875C-4CFA-9EE1-737190F09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D323E-CE5D-46FC-BDC8-AF8E6A1898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CC0B92C9-1A3D-4C92-9369-E516D4EF0054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B95FE-8E2B-4B91-8352-5397681AF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9C408-CD0F-4C6C-A9F1-07C6F624E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6BD1D681-FED8-4FCF-AD93-C07FB7E6D9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4946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2_Dark">
    <p:bg>
      <p:bgPr>
        <a:solidFill>
          <a:srgbClr val="3388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41DC4-0480-4FB4-B618-9089839DD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rgbClr val="F3F5F9"/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1AC67-875C-4CFA-9EE1-737190F09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59991" indent="-359991">
              <a:buFontTx/>
              <a:buBlip>
                <a:blip r:embed="rId2"/>
              </a:buBlip>
              <a:defRPr>
                <a:solidFill>
                  <a:srgbClr val="F3F5F9"/>
                </a:solidFill>
              </a:defRPr>
            </a:lvl1pPr>
            <a:lvl2pPr marL="685783" indent="-287993">
              <a:buFontTx/>
              <a:buBlip>
                <a:blip r:embed="rId3"/>
              </a:buBlip>
              <a:defRPr>
                <a:solidFill>
                  <a:srgbClr val="F3F5F9"/>
                </a:solidFill>
              </a:defRPr>
            </a:lvl2pPr>
            <a:lvl3pPr>
              <a:defRPr>
                <a:solidFill>
                  <a:srgbClr val="F3F5F9"/>
                </a:solidFill>
              </a:defRPr>
            </a:lvl3pPr>
            <a:lvl4pPr>
              <a:defRPr>
                <a:solidFill>
                  <a:srgbClr val="F3F5F9"/>
                </a:solidFill>
              </a:defRPr>
            </a:lvl4pPr>
            <a:lvl5pPr>
              <a:defRPr>
                <a:solidFill>
                  <a:srgbClr val="F3F5F9"/>
                </a:solidFill>
              </a:defRPr>
            </a:lvl5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D323E-CE5D-46FC-BDC8-AF8E6A1898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B92C9-1A3D-4C92-9369-E516D4EF0054}" type="datetimeFigureOut">
              <a:rPr lang="zh-CN" altLang="en-US" smtClean="0"/>
              <a:pPr/>
              <a:t>2025/6/5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B95FE-8E2B-4B91-8352-5397681AF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9C408-CD0F-4C6C-A9F1-07C6F624E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BD1D681-FED8-4FCF-AD93-C07FB7E6D92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366456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2_Blac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741DC4-0480-4FB4-B618-9089839DD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>
                <a:solidFill>
                  <a:srgbClr val="F3F5F9"/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1AC67-875C-4CFA-9EE1-737190F09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59991" indent="-359991">
              <a:buFontTx/>
              <a:buBlip>
                <a:blip r:embed="rId3"/>
              </a:buBlip>
              <a:defRPr>
                <a:solidFill>
                  <a:srgbClr val="F3F5F9"/>
                </a:solidFill>
              </a:defRPr>
            </a:lvl1pPr>
            <a:lvl2pPr marL="685783" indent="-287993">
              <a:buFontTx/>
              <a:buBlip>
                <a:blip r:embed="rId4"/>
              </a:buBlip>
              <a:defRPr>
                <a:solidFill>
                  <a:srgbClr val="F3F5F9"/>
                </a:solidFill>
              </a:defRPr>
            </a:lvl2pPr>
            <a:lvl3pPr>
              <a:defRPr>
                <a:solidFill>
                  <a:srgbClr val="F3F5F9"/>
                </a:solidFill>
              </a:defRPr>
            </a:lvl3pPr>
            <a:lvl4pPr>
              <a:defRPr>
                <a:solidFill>
                  <a:srgbClr val="F3F5F9"/>
                </a:solidFill>
              </a:defRPr>
            </a:lvl4pPr>
            <a:lvl5pPr>
              <a:defRPr>
                <a:solidFill>
                  <a:srgbClr val="F3F5F9"/>
                </a:solidFill>
              </a:defRPr>
            </a:lvl5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4D323E-CE5D-46FC-BDC8-AF8E6A18987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B92C9-1A3D-4C92-9369-E516D4EF0054}" type="datetimeFigureOut">
              <a:rPr lang="zh-CN" altLang="en-US" smtClean="0"/>
              <a:pPr/>
              <a:t>2025/6/5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B95FE-8E2B-4B91-8352-5397681AF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39C408-CD0F-4C6C-A9F1-07C6F624E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BD1D681-FED8-4FCF-AD93-C07FB7E6D92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63874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1AC67-875C-4CFA-9EE1-737190F09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1975" y="1825625"/>
            <a:ext cx="6981825" cy="4351338"/>
          </a:xfrm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11EC9F20-3FD4-402C-BD3E-4427A04E9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1973" y="365127"/>
            <a:ext cx="6981827" cy="1325563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6F4B441-5CBD-4E49-A10F-9572A111766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94764" y="462453"/>
            <a:ext cx="3121025" cy="6003925"/>
          </a:xfrm>
          <a:prstGeom prst="roundRect">
            <a:avLst>
              <a:gd name="adj" fmla="val 18781"/>
            </a:avLst>
          </a:prstGeom>
          <a:effectLst>
            <a:glow rad="12700">
              <a:schemeClr val="bg1">
                <a:alpha val="98000"/>
              </a:schemeClr>
            </a:glow>
            <a:outerShdw blurRad="50800" dist="38100" dir="2700000" algn="tl" rotWithShape="0">
              <a:schemeClr val="bg1">
                <a:alpha val="95000"/>
              </a:scheme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1B945585-23C4-42FB-ADB8-D382F4A039E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E2CC2A9B-8FC6-4C1C-B4DB-0ABE4202B22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6BD1D681-FED8-4FCF-AD93-C07FB7E6D92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106697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1AC67-875C-4CFA-9EE1-737190F09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2275" y="1825625"/>
            <a:ext cx="4876800" cy="43513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 marL="895328" indent="-287331">
              <a:defRPr sz="1800"/>
            </a:lvl3pPr>
            <a:lvl4pPr marL="1076298" indent="-287331">
              <a:defRPr sz="1600"/>
            </a:lvl4pPr>
            <a:lvl5pPr marL="1342992" indent="-287331">
              <a:defRPr sz="1600"/>
            </a:lvl5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11EC9F20-3FD4-402C-BD3E-4427A04E9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1974" y="365127"/>
            <a:ext cx="7277101" cy="1325563"/>
          </a:xfrm>
        </p:spPr>
        <p:txBody>
          <a:bodyPr/>
          <a:lstStyle>
            <a:lvl1pPr algn="r">
              <a:defRPr sz="3600"/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6F4B441-5CBD-4E49-A10F-9572A111766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57200" y="2038352"/>
            <a:ext cx="6038851" cy="3076575"/>
          </a:xfrm>
          <a:prstGeom prst="roundRect">
            <a:avLst>
              <a:gd name="adj" fmla="val 18781"/>
            </a:avLst>
          </a:prstGeom>
          <a:effectLst>
            <a:glow rad="12700">
              <a:schemeClr val="bg1">
                <a:alpha val="98000"/>
              </a:schemeClr>
            </a:glow>
            <a:outerShdw blurRad="50800" dist="38100" dir="2700000" algn="tl" rotWithShape="0">
              <a:schemeClr val="bg1">
                <a:alpha val="95000"/>
              </a:scheme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8A5D8541-5D9A-45E3-9732-DEFE1045A66F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CC0B92C9-1A3D-4C92-9369-E516D4EF0054}" type="datetimeFigureOut">
              <a:rPr lang="zh-CN" altLang="en-US" smtClean="0"/>
              <a:pPr/>
              <a:t>2025/6/5</a:t>
            </a:fld>
            <a:endParaRPr lang="zh-CN" altLang="en-US" dirty="0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1B945585-23C4-42FB-ADB8-D382F4A039E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E2CC2A9B-8FC6-4C1C-B4DB-0ABE4202B22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6BD1D681-FED8-4FCF-AD93-C07FB7E6D92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94274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3_Tomori"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EC9FA03-28CC-40F9-AC69-AFF438ACA8FA}"/>
              </a:ext>
            </a:extLst>
          </p:cNvPr>
          <p:cNvSpPr/>
          <p:nvPr userDrawn="1"/>
        </p:nvSpPr>
        <p:spPr>
          <a:xfrm>
            <a:off x="0" y="2552700"/>
            <a:ext cx="12192000" cy="3813177"/>
          </a:xfrm>
          <a:prstGeom prst="rect">
            <a:avLst/>
          </a:prstGeom>
          <a:solidFill>
            <a:srgbClr val="338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00116F-C30C-4C46-925D-CEF6E1A82435}"/>
              </a:ext>
            </a:extLst>
          </p:cNvPr>
          <p:cNvSpPr/>
          <p:nvPr userDrawn="1"/>
        </p:nvSpPr>
        <p:spPr>
          <a:xfrm>
            <a:off x="5056906" y="652463"/>
            <a:ext cx="6648451" cy="5524500"/>
          </a:xfrm>
          <a:prstGeom prst="rect">
            <a:avLst/>
          </a:prstGeom>
          <a:solidFill>
            <a:srgbClr val="77BB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DEE137-79B7-4A8A-869E-389B03AD2318}"/>
              </a:ext>
            </a:extLst>
          </p:cNvPr>
          <p:cNvSpPr/>
          <p:nvPr userDrawn="1"/>
        </p:nvSpPr>
        <p:spPr>
          <a:xfrm>
            <a:off x="4943473" y="542925"/>
            <a:ext cx="6648451" cy="552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1AC67-875C-4CFA-9EE1-737190F09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4474" y="2635250"/>
            <a:ext cx="6029325" cy="3232150"/>
          </a:xfrm>
        </p:spPr>
        <p:txBody>
          <a:bodyPr/>
          <a:lstStyle>
            <a:lvl1pPr marL="359991" indent="-359991">
              <a:buFontTx/>
              <a:buBlip>
                <a:blip r:embed="rId3"/>
              </a:buBlip>
              <a:defRPr sz="2400">
                <a:solidFill>
                  <a:schemeClr val="tx1"/>
                </a:solidFill>
              </a:defRPr>
            </a:lvl1pPr>
            <a:lvl2pPr marL="685783" indent="-287993">
              <a:buFontTx/>
              <a:buBlip>
                <a:blip r:embed="rId4"/>
              </a:buBlip>
              <a:defRPr sz="2000">
                <a:solidFill>
                  <a:schemeClr val="tx1"/>
                </a:solidFill>
              </a:defRPr>
            </a:lvl2pPr>
            <a:lvl3pPr marL="895328" indent="-287331">
              <a:defRPr sz="1800">
                <a:solidFill>
                  <a:schemeClr val="tx1"/>
                </a:solidFill>
              </a:defRPr>
            </a:lvl3pPr>
            <a:lvl4pPr marL="1076298" indent="-287331">
              <a:defRPr sz="1600">
                <a:solidFill>
                  <a:schemeClr val="tx1"/>
                </a:solidFill>
              </a:defRPr>
            </a:lvl4pPr>
            <a:lvl5pPr marL="1342992" indent="-287331"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11EC9F20-3FD4-402C-BD3E-4427A04E9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4475" y="904874"/>
            <a:ext cx="6200773" cy="801687"/>
          </a:xfrm>
        </p:spPr>
        <p:txBody>
          <a:bodyPr/>
          <a:lstStyle>
            <a:lvl1pPr algn="l">
              <a:defRPr sz="3600">
                <a:solidFill>
                  <a:srgbClr val="0B2636"/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6F4B441-5CBD-4E49-A10F-9572A111766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57200" y="542925"/>
            <a:ext cx="4238625" cy="5634039"/>
          </a:xfrm>
          <a:prstGeom prst="rect">
            <a:avLst/>
          </a:prstGeom>
          <a:effectLst>
            <a:glow rad="12700">
              <a:schemeClr val="bg1">
                <a:alpha val="98000"/>
              </a:schemeClr>
            </a:glow>
            <a:outerShdw blurRad="50800" dist="38100" dir="2700000" algn="tl" rotWithShape="0">
              <a:schemeClr val="bg1">
                <a:alpha val="95000"/>
              </a:schemeClr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8A5D8541-5D9A-45E3-9732-DEFE1045A66F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CC0B92C9-1A3D-4C92-9369-E516D4EF0054}" type="datetimeFigureOut">
              <a:rPr lang="zh-CN" altLang="en-US" smtClean="0"/>
              <a:pPr/>
              <a:t>2025/6/5</a:t>
            </a:fld>
            <a:endParaRPr lang="zh-CN" altLang="en-US" dirty="0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1B945585-23C4-42FB-ADB8-D382F4A039E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E2CC2A9B-8FC6-4C1C-B4DB-0ABE4202B22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6BD1D681-FED8-4FCF-AD93-C07FB7E6D92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170456-5765-4C15-B31C-CE4DC12BEF1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24475" y="1895475"/>
            <a:ext cx="2447925" cy="474663"/>
          </a:xfrm>
          <a:solidFill>
            <a:srgbClr val="77BBDD"/>
          </a:solidFill>
        </p:spPr>
        <p:txBody>
          <a:bodyPr/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altLang="zh-CN" dirty="0"/>
              <a:t>Introduction?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6308533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3_Anon"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EC9FA03-28CC-40F9-AC69-AFF438ACA8FA}"/>
              </a:ext>
            </a:extLst>
          </p:cNvPr>
          <p:cNvSpPr/>
          <p:nvPr userDrawn="1"/>
        </p:nvSpPr>
        <p:spPr>
          <a:xfrm>
            <a:off x="0" y="2552700"/>
            <a:ext cx="12192000" cy="3813177"/>
          </a:xfrm>
          <a:prstGeom prst="rect">
            <a:avLst/>
          </a:prstGeom>
          <a:solidFill>
            <a:srgbClr val="338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00116F-C30C-4C46-925D-CEF6E1A82435}"/>
              </a:ext>
            </a:extLst>
          </p:cNvPr>
          <p:cNvSpPr/>
          <p:nvPr userDrawn="1"/>
        </p:nvSpPr>
        <p:spPr>
          <a:xfrm>
            <a:off x="5056906" y="652463"/>
            <a:ext cx="6648451" cy="5524500"/>
          </a:xfrm>
          <a:prstGeom prst="rect">
            <a:avLst/>
          </a:prstGeom>
          <a:solidFill>
            <a:srgbClr val="FF88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DEE137-79B7-4A8A-869E-389B03AD2318}"/>
              </a:ext>
            </a:extLst>
          </p:cNvPr>
          <p:cNvSpPr/>
          <p:nvPr userDrawn="1"/>
        </p:nvSpPr>
        <p:spPr>
          <a:xfrm>
            <a:off x="4943473" y="542925"/>
            <a:ext cx="6648451" cy="552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1AC67-875C-4CFA-9EE1-737190F09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4474" y="2635250"/>
            <a:ext cx="6029325" cy="3232150"/>
          </a:xfrm>
        </p:spPr>
        <p:txBody>
          <a:bodyPr/>
          <a:lstStyle>
            <a:lvl1pPr marL="359991" indent="-359991">
              <a:buFontTx/>
              <a:buBlip>
                <a:blip r:embed="rId3"/>
              </a:buBlip>
              <a:defRPr sz="2400">
                <a:solidFill>
                  <a:schemeClr val="tx1"/>
                </a:solidFill>
              </a:defRPr>
            </a:lvl1pPr>
            <a:lvl2pPr marL="685783" indent="-287993">
              <a:buFontTx/>
              <a:buBlip>
                <a:blip r:embed="rId4"/>
              </a:buBlip>
              <a:defRPr sz="2000">
                <a:solidFill>
                  <a:schemeClr val="tx1"/>
                </a:solidFill>
              </a:defRPr>
            </a:lvl2pPr>
            <a:lvl3pPr marL="895328" indent="-287331">
              <a:defRPr sz="1800">
                <a:solidFill>
                  <a:schemeClr val="tx1"/>
                </a:solidFill>
              </a:defRPr>
            </a:lvl3pPr>
            <a:lvl4pPr marL="1076298" indent="-287331">
              <a:defRPr sz="1600">
                <a:solidFill>
                  <a:schemeClr val="tx1"/>
                </a:solidFill>
              </a:defRPr>
            </a:lvl4pPr>
            <a:lvl5pPr marL="1342992" indent="-287331"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11EC9F20-3FD4-402C-BD3E-4427A04E9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4475" y="904874"/>
            <a:ext cx="6200773" cy="801687"/>
          </a:xfrm>
        </p:spPr>
        <p:txBody>
          <a:bodyPr/>
          <a:lstStyle>
            <a:lvl1pPr algn="l">
              <a:defRPr sz="3600">
                <a:solidFill>
                  <a:srgbClr val="0B2636"/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6F4B441-5CBD-4E49-A10F-9572A111766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57200" y="542925"/>
            <a:ext cx="4238625" cy="5634039"/>
          </a:xfrm>
          <a:prstGeom prst="rect">
            <a:avLst/>
          </a:prstGeom>
          <a:effectLst>
            <a:glow rad="12700">
              <a:schemeClr val="bg1">
                <a:alpha val="98000"/>
              </a:schemeClr>
            </a:glow>
            <a:outerShdw blurRad="50800" dist="38100" dir="2700000" algn="tl" rotWithShape="0">
              <a:schemeClr val="bg1">
                <a:alpha val="95000"/>
              </a:schemeClr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8A5D8541-5D9A-45E3-9732-DEFE1045A66F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CC0B92C9-1A3D-4C92-9369-E516D4EF0054}" type="datetimeFigureOut">
              <a:rPr lang="zh-CN" altLang="en-US" smtClean="0"/>
              <a:pPr/>
              <a:t>2025/6/5</a:t>
            </a:fld>
            <a:endParaRPr lang="zh-CN" altLang="en-US" dirty="0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1B945585-23C4-42FB-ADB8-D382F4A039E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E2CC2A9B-8FC6-4C1C-B4DB-0ABE4202B22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6BD1D681-FED8-4FCF-AD93-C07FB7E6D92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170456-5765-4C15-B31C-CE4DC12BEF1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24475" y="1895475"/>
            <a:ext cx="2447925" cy="474663"/>
          </a:xfrm>
          <a:solidFill>
            <a:srgbClr val="FF8899"/>
          </a:solidFill>
        </p:spPr>
        <p:txBody>
          <a:bodyPr/>
          <a:lstStyle>
            <a:lvl1pPr marL="0" indent="0" algn="ctr">
              <a:buNone/>
              <a:defRPr lang="zh-CN" altLang="en-US" sz="2400" kern="1200" baseline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1pPr>
          </a:lstStyle>
          <a:p>
            <a:pPr marL="0" lvl="0" indent="0" algn="ctr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0000"/>
              <a:buFontTx/>
              <a:buNone/>
            </a:pPr>
            <a:r>
              <a:rPr lang="en-US" altLang="zh-CN" dirty="0"/>
              <a:t>Introduction?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9567431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3_Soyo"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EC9FA03-28CC-40F9-AC69-AFF438ACA8FA}"/>
              </a:ext>
            </a:extLst>
          </p:cNvPr>
          <p:cNvSpPr/>
          <p:nvPr userDrawn="1"/>
        </p:nvSpPr>
        <p:spPr>
          <a:xfrm>
            <a:off x="0" y="2552700"/>
            <a:ext cx="12192000" cy="3813177"/>
          </a:xfrm>
          <a:prstGeom prst="rect">
            <a:avLst/>
          </a:prstGeom>
          <a:solidFill>
            <a:srgbClr val="338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00116F-C30C-4C46-925D-CEF6E1A82435}"/>
              </a:ext>
            </a:extLst>
          </p:cNvPr>
          <p:cNvSpPr/>
          <p:nvPr userDrawn="1"/>
        </p:nvSpPr>
        <p:spPr>
          <a:xfrm>
            <a:off x="5056906" y="652463"/>
            <a:ext cx="6648451" cy="5524500"/>
          </a:xfrm>
          <a:prstGeom prst="rect">
            <a:avLst/>
          </a:prstGeom>
          <a:solidFill>
            <a:srgbClr val="FFDD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DEE137-79B7-4A8A-869E-389B03AD2318}"/>
              </a:ext>
            </a:extLst>
          </p:cNvPr>
          <p:cNvSpPr/>
          <p:nvPr userDrawn="1"/>
        </p:nvSpPr>
        <p:spPr>
          <a:xfrm>
            <a:off x="4943473" y="542925"/>
            <a:ext cx="6648451" cy="552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1AC67-875C-4CFA-9EE1-737190F09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4474" y="2635250"/>
            <a:ext cx="6029325" cy="3232150"/>
          </a:xfrm>
        </p:spPr>
        <p:txBody>
          <a:bodyPr/>
          <a:lstStyle>
            <a:lvl1pPr marL="359991" indent="-359991">
              <a:buFontTx/>
              <a:buBlip>
                <a:blip r:embed="rId3"/>
              </a:buBlip>
              <a:defRPr sz="2400">
                <a:solidFill>
                  <a:schemeClr val="tx1"/>
                </a:solidFill>
              </a:defRPr>
            </a:lvl1pPr>
            <a:lvl2pPr marL="685783" indent="-287993">
              <a:buFontTx/>
              <a:buBlip>
                <a:blip r:embed="rId4"/>
              </a:buBlip>
              <a:defRPr sz="2000">
                <a:solidFill>
                  <a:schemeClr val="tx1"/>
                </a:solidFill>
              </a:defRPr>
            </a:lvl2pPr>
            <a:lvl3pPr marL="895328" indent="-287331">
              <a:defRPr sz="1800">
                <a:solidFill>
                  <a:schemeClr val="tx1"/>
                </a:solidFill>
              </a:defRPr>
            </a:lvl3pPr>
            <a:lvl4pPr marL="1076298" indent="-287331">
              <a:defRPr sz="1600">
                <a:solidFill>
                  <a:schemeClr val="tx1"/>
                </a:solidFill>
              </a:defRPr>
            </a:lvl4pPr>
            <a:lvl5pPr marL="1342992" indent="-287331"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11EC9F20-3FD4-402C-BD3E-4427A04E9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4475" y="904874"/>
            <a:ext cx="6200773" cy="801687"/>
          </a:xfrm>
        </p:spPr>
        <p:txBody>
          <a:bodyPr/>
          <a:lstStyle>
            <a:lvl1pPr algn="l">
              <a:defRPr sz="3600">
                <a:solidFill>
                  <a:srgbClr val="0B2636"/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6F4B441-5CBD-4E49-A10F-9572A111766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57200" y="542925"/>
            <a:ext cx="4238625" cy="5634039"/>
          </a:xfrm>
          <a:prstGeom prst="rect">
            <a:avLst/>
          </a:prstGeom>
          <a:effectLst>
            <a:glow rad="12700">
              <a:schemeClr val="bg1">
                <a:alpha val="98000"/>
              </a:schemeClr>
            </a:glow>
            <a:outerShdw blurRad="50800" dist="38100" dir="2700000" algn="tl" rotWithShape="0">
              <a:schemeClr val="bg1">
                <a:alpha val="95000"/>
              </a:schemeClr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8A5D8541-5D9A-45E3-9732-DEFE1045A66F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CC0B92C9-1A3D-4C92-9369-E516D4EF0054}" type="datetimeFigureOut">
              <a:rPr lang="zh-CN" altLang="en-US" smtClean="0"/>
              <a:pPr/>
              <a:t>2025/6/5</a:t>
            </a:fld>
            <a:endParaRPr lang="zh-CN" altLang="en-US" dirty="0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1B945585-23C4-42FB-ADB8-D382F4A039E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E2CC2A9B-8FC6-4C1C-B4DB-0ABE4202B22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6BD1D681-FED8-4FCF-AD93-C07FB7E6D92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170456-5765-4C15-B31C-CE4DC12BEF1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24475" y="1895475"/>
            <a:ext cx="2447925" cy="474663"/>
          </a:xfrm>
          <a:solidFill>
            <a:srgbClr val="FFDD88"/>
          </a:solidFill>
        </p:spPr>
        <p:txBody>
          <a:bodyPr/>
          <a:lstStyle>
            <a:lvl1pPr marL="0" indent="0" algn="ctr">
              <a:buNone/>
              <a:defRPr lang="zh-CN" altLang="en-US" sz="2400" kern="1200" baseline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1pPr>
          </a:lstStyle>
          <a:p>
            <a:pPr marL="0" lvl="0" indent="0" algn="ctr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0000"/>
              <a:buFontTx/>
              <a:buNone/>
            </a:pPr>
            <a:r>
              <a:rPr lang="en-US" altLang="zh-CN" dirty="0"/>
              <a:t>Introduction?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3063850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3_Taki"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EC9FA03-28CC-40F9-AC69-AFF438ACA8FA}"/>
              </a:ext>
            </a:extLst>
          </p:cNvPr>
          <p:cNvSpPr/>
          <p:nvPr userDrawn="1"/>
        </p:nvSpPr>
        <p:spPr>
          <a:xfrm>
            <a:off x="0" y="2552700"/>
            <a:ext cx="12192000" cy="3813177"/>
          </a:xfrm>
          <a:prstGeom prst="rect">
            <a:avLst/>
          </a:prstGeom>
          <a:solidFill>
            <a:srgbClr val="338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00116F-C30C-4C46-925D-CEF6E1A82435}"/>
              </a:ext>
            </a:extLst>
          </p:cNvPr>
          <p:cNvSpPr/>
          <p:nvPr userDrawn="1"/>
        </p:nvSpPr>
        <p:spPr>
          <a:xfrm>
            <a:off x="5056906" y="652463"/>
            <a:ext cx="6648451" cy="5524500"/>
          </a:xfrm>
          <a:prstGeom prst="rect">
            <a:avLst/>
          </a:prstGeom>
          <a:solidFill>
            <a:srgbClr val="7777A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DEE137-79B7-4A8A-869E-389B03AD2318}"/>
              </a:ext>
            </a:extLst>
          </p:cNvPr>
          <p:cNvSpPr/>
          <p:nvPr userDrawn="1"/>
        </p:nvSpPr>
        <p:spPr>
          <a:xfrm>
            <a:off x="4943473" y="542925"/>
            <a:ext cx="6648451" cy="552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1AC67-875C-4CFA-9EE1-737190F09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4474" y="2635250"/>
            <a:ext cx="6029325" cy="3232150"/>
          </a:xfrm>
        </p:spPr>
        <p:txBody>
          <a:bodyPr/>
          <a:lstStyle>
            <a:lvl1pPr marL="359991" indent="-359991">
              <a:buFontTx/>
              <a:buBlip>
                <a:blip r:embed="rId3"/>
              </a:buBlip>
              <a:defRPr sz="2400">
                <a:solidFill>
                  <a:schemeClr val="tx1"/>
                </a:solidFill>
              </a:defRPr>
            </a:lvl1pPr>
            <a:lvl2pPr marL="685783" indent="-287993">
              <a:buFontTx/>
              <a:buBlip>
                <a:blip r:embed="rId4"/>
              </a:buBlip>
              <a:defRPr sz="2000">
                <a:solidFill>
                  <a:schemeClr val="tx1"/>
                </a:solidFill>
              </a:defRPr>
            </a:lvl2pPr>
            <a:lvl3pPr marL="895328" indent="-287331">
              <a:defRPr sz="1800">
                <a:solidFill>
                  <a:schemeClr val="tx1"/>
                </a:solidFill>
              </a:defRPr>
            </a:lvl3pPr>
            <a:lvl4pPr marL="1076298" indent="-287331">
              <a:defRPr sz="1600">
                <a:solidFill>
                  <a:schemeClr val="tx1"/>
                </a:solidFill>
              </a:defRPr>
            </a:lvl4pPr>
            <a:lvl5pPr marL="1342992" indent="-287331"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11EC9F20-3FD4-402C-BD3E-4427A04E9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4475" y="904874"/>
            <a:ext cx="6200773" cy="801687"/>
          </a:xfrm>
        </p:spPr>
        <p:txBody>
          <a:bodyPr/>
          <a:lstStyle>
            <a:lvl1pPr algn="l">
              <a:defRPr sz="3600">
                <a:solidFill>
                  <a:srgbClr val="0B2636"/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6F4B441-5CBD-4E49-A10F-9572A111766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57200" y="542925"/>
            <a:ext cx="4238625" cy="5634039"/>
          </a:xfrm>
          <a:prstGeom prst="rect">
            <a:avLst/>
          </a:prstGeom>
          <a:effectLst>
            <a:glow rad="12700">
              <a:schemeClr val="bg1">
                <a:alpha val="98000"/>
              </a:schemeClr>
            </a:glow>
            <a:outerShdw blurRad="50800" dist="38100" dir="2700000" algn="tl" rotWithShape="0">
              <a:schemeClr val="bg1">
                <a:alpha val="95000"/>
              </a:schemeClr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8A5D8541-5D9A-45E3-9732-DEFE1045A66F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CC0B92C9-1A3D-4C92-9369-E516D4EF0054}" type="datetimeFigureOut">
              <a:rPr lang="zh-CN" altLang="en-US" smtClean="0"/>
              <a:pPr/>
              <a:t>2025/6/5</a:t>
            </a:fld>
            <a:endParaRPr lang="zh-CN" altLang="en-US" dirty="0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1B945585-23C4-42FB-ADB8-D382F4A039E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E2CC2A9B-8FC6-4C1C-B4DB-0ABE4202B22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6BD1D681-FED8-4FCF-AD93-C07FB7E6D92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170456-5765-4C15-B31C-CE4DC12BEF1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24475" y="1895475"/>
            <a:ext cx="2447925" cy="474663"/>
          </a:xfrm>
          <a:solidFill>
            <a:srgbClr val="7777AA"/>
          </a:solidFill>
        </p:spPr>
        <p:txBody>
          <a:bodyPr/>
          <a:lstStyle>
            <a:lvl1pPr marL="0" indent="0" algn="ctr">
              <a:buNone/>
              <a:defRPr lang="zh-CN" altLang="en-US" sz="2400" kern="1200" baseline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1pPr>
          </a:lstStyle>
          <a:p>
            <a:pPr marL="0" lvl="0" indent="0" algn="ctr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0000"/>
              <a:buFontTx/>
              <a:buNone/>
            </a:pPr>
            <a:r>
              <a:rPr lang="en-US" altLang="zh-CN" dirty="0"/>
              <a:t>Introduction?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136849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3_Rana">
    <p:bg>
      <p:bgPr>
        <a:blipFill dpi="0" rotWithShape="1">
          <a:blip r:embed="rId2">
            <a:lum/>
          </a:blip>
          <a:srcRect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EC9FA03-28CC-40F9-AC69-AFF438ACA8FA}"/>
              </a:ext>
            </a:extLst>
          </p:cNvPr>
          <p:cNvSpPr/>
          <p:nvPr userDrawn="1"/>
        </p:nvSpPr>
        <p:spPr>
          <a:xfrm>
            <a:off x="0" y="2552700"/>
            <a:ext cx="12192000" cy="3813177"/>
          </a:xfrm>
          <a:prstGeom prst="rect">
            <a:avLst/>
          </a:prstGeom>
          <a:solidFill>
            <a:srgbClr val="3388B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900116F-C30C-4C46-925D-CEF6E1A82435}"/>
              </a:ext>
            </a:extLst>
          </p:cNvPr>
          <p:cNvSpPr/>
          <p:nvPr userDrawn="1"/>
        </p:nvSpPr>
        <p:spPr>
          <a:xfrm>
            <a:off x="5056906" y="652463"/>
            <a:ext cx="6648451" cy="5524500"/>
          </a:xfrm>
          <a:prstGeom prst="rect">
            <a:avLst/>
          </a:prstGeom>
          <a:solidFill>
            <a:srgbClr val="77DD7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6DEE137-79B7-4A8A-869E-389B03AD2318}"/>
              </a:ext>
            </a:extLst>
          </p:cNvPr>
          <p:cNvSpPr/>
          <p:nvPr userDrawn="1"/>
        </p:nvSpPr>
        <p:spPr>
          <a:xfrm>
            <a:off x="4943473" y="542925"/>
            <a:ext cx="6648451" cy="5524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1AC67-875C-4CFA-9EE1-737190F09F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24474" y="2635250"/>
            <a:ext cx="6029325" cy="3232150"/>
          </a:xfrm>
        </p:spPr>
        <p:txBody>
          <a:bodyPr/>
          <a:lstStyle>
            <a:lvl1pPr marL="359991" indent="-359991">
              <a:buFontTx/>
              <a:buBlip>
                <a:blip r:embed="rId3"/>
              </a:buBlip>
              <a:defRPr sz="2400">
                <a:solidFill>
                  <a:schemeClr val="tx1"/>
                </a:solidFill>
              </a:defRPr>
            </a:lvl1pPr>
            <a:lvl2pPr marL="685783" indent="-287993">
              <a:buFontTx/>
              <a:buBlip>
                <a:blip r:embed="rId4"/>
              </a:buBlip>
              <a:defRPr sz="2000">
                <a:solidFill>
                  <a:schemeClr val="tx1"/>
                </a:solidFill>
              </a:defRPr>
            </a:lvl2pPr>
            <a:lvl3pPr marL="895328" indent="-287331">
              <a:defRPr sz="1800">
                <a:solidFill>
                  <a:schemeClr val="tx1"/>
                </a:solidFill>
              </a:defRPr>
            </a:lvl3pPr>
            <a:lvl4pPr marL="1076298" indent="-287331">
              <a:defRPr sz="1600">
                <a:solidFill>
                  <a:schemeClr val="tx1"/>
                </a:solidFill>
              </a:defRPr>
            </a:lvl4pPr>
            <a:lvl5pPr marL="1342992" indent="-287331"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11EC9F20-3FD4-402C-BD3E-4427A04E95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4475" y="904874"/>
            <a:ext cx="6200773" cy="801687"/>
          </a:xfrm>
        </p:spPr>
        <p:txBody>
          <a:bodyPr/>
          <a:lstStyle>
            <a:lvl1pPr algn="l">
              <a:defRPr sz="3600">
                <a:solidFill>
                  <a:srgbClr val="0B2636"/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76F4B441-5CBD-4E49-A10F-9572A111766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57200" y="542925"/>
            <a:ext cx="4238625" cy="5634039"/>
          </a:xfrm>
          <a:prstGeom prst="rect">
            <a:avLst/>
          </a:prstGeom>
          <a:effectLst>
            <a:glow rad="12700">
              <a:schemeClr val="bg1">
                <a:alpha val="98000"/>
              </a:schemeClr>
            </a:glow>
            <a:outerShdw blurRad="50800" dist="38100" dir="2700000" algn="tl" rotWithShape="0">
              <a:schemeClr val="bg1">
                <a:alpha val="95000"/>
              </a:schemeClr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8A5D8541-5D9A-45E3-9732-DEFE1045A66F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CC0B92C9-1A3D-4C92-9369-E516D4EF0054}" type="datetimeFigureOut">
              <a:rPr lang="zh-CN" altLang="en-US" smtClean="0"/>
              <a:pPr/>
              <a:t>2025/6/5</a:t>
            </a:fld>
            <a:endParaRPr lang="zh-CN" altLang="en-US" dirty="0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1B945585-23C4-42FB-ADB8-D382F4A039E4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E2CC2A9B-8FC6-4C1C-B4DB-0ABE4202B22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6BD1D681-FED8-4FCF-AD93-C07FB7E6D92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170456-5765-4C15-B31C-CE4DC12BEF1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324475" y="1895475"/>
            <a:ext cx="2447925" cy="474663"/>
          </a:xfrm>
          <a:solidFill>
            <a:srgbClr val="77DD77"/>
          </a:solidFill>
        </p:spPr>
        <p:txBody>
          <a:bodyPr/>
          <a:lstStyle>
            <a:lvl1pPr marL="0" indent="0" algn="ctr">
              <a:buNone/>
              <a:defRPr lang="zh-CN" altLang="en-US" sz="2400" kern="1200" baseline="0" dirty="0">
                <a:solidFill>
                  <a:schemeClr val="bg1"/>
                </a:solidFill>
                <a:latin typeface="Arial" panose="020B0604020202020204" pitchFamily="34" charset="0"/>
                <a:ea typeface="黑体" panose="02010609060101010101" pitchFamily="49" charset="-122"/>
                <a:cs typeface="+mn-cs"/>
              </a:defRPr>
            </a:lvl1pPr>
          </a:lstStyle>
          <a:p>
            <a:pPr marL="0" lvl="0" indent="0" algn="ctr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20000"/>
              <a:buFontTx/>
              <a:buNone/>
            </a:pPr>
            <a:r>
              <a:rPr lang="en-US" altLang="zh-CN" dirty="0"/>
              <a:t>Introduction?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8757176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_with picture">
    <p:bg>
      <p:bgPr>
        <a:solidFill>
          <a:srgbClr val="017FDD">
            <a:alpha val="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hidden="1">
            <a:extLst>
              <a:ext uri="{FF2B5EF4-FFF2-40B4-BE49-F238E27FC236}">
                <a16:creationId xmlns:a16="http://schemas.microsoft.com/office/drawing/2014/main" id="{90CCFDD9-D20E-4858-9494-5CC46D0FC0B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6349" y="1"/>
            <a:ext cx="12192000" cy="6857999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DA47F15-439D-417D-B1B0-7A92DC46CA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2579690"/>
            <a:ext cx="10515600" cy="849310"/>
          </a:xfrm>
          <a:solidFill>
            <a:srgbClr val="3388BB"/>
          </a:solidFill>
          <a:ln>
            <a:noFill/>
          </a:ln>
        </p:spPr>
        <p:txBody>
          <a:bodyPr anchor="ctr"/>
          <a:lstStyle>
            <a:lvl1pPr algn="ctr">
              <a:defRPr sz="3600" baseline="0">
                <a:solidFill>
                  <a:srgbClr val="F3F5F9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A427E3-BF93-4644-8E78-BDF74EAEA1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105275"/>
            <a:ext cx="10515600" cy="1990726"/>
          </a:xfrm>
        </p:spPr>
        <p:txBody>
          <a:bodyPr/>
          <a:lstStyle>
            <a:lvl1pPr marL="0" indent="0" algn="ctr">
              <a:buNone/>
              <a:defRPr sz="2800">
                <a:solidFill>
                  <a:srgbClr val="F3F5F9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0FE23-EB8B-4AD6-A97C-B094B82118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B92C9-1A3D-4C92-9369-E516D4EF0054}" type="datetimeFigureOut">
              <a:rPr lang="zh-CN" altLang="en-US" smtClean="0"/>
              <a:pPr/>
              <a:t>2025/6/5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5E7A9-6CC5-4B28-929D-34DA9876F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72BC9-E36C-4D86-865D-48EE8EB35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BD1D681-FED8-4FCF-AD93-C07FB7E6D92E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7" name="Rectangle 6" hidden="1">
            <a:extLst>
              <a:ext uri="{FF2B5EF4-FFF2-40B4-BE49-F238E27FC236}">
                <a16:creationId xmlns:a16="http://schemas.microsoft.com/office/drawing/2014/main" id="{CA7CAAC5-7F98-40C9-8D8C-ACD24EB00D7B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76B91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Rectangle 7" hidden="1">
            <a:extLst>
              <a:ext uri="{FF2B5EF4-FFF2-40B4-BE49-F238E27FC236}">
                <a16:creationId xmlns:a16="http://schemas.microsoft.com/office/drawing/2014/main" id="{EB39D54C-BA5F-4009-A48B-FEC4DEB49D60}"/>
              </a:ext>
            </a:extLst>
          </p:cNvPr>
          <p:cNvSpPr/>
          <p:nvPr userDrawn="1"/>
        </p:nvSpPr>
        <p:spPr>
          <a:xfrm>
            <a:off x="0" y="0"/>
            <a:ext cx="4807670" cy="6858000"/>
          </a:xfrm>
          <a:prstGeom prst="rect">
            <a:avLst/>
          </a:prstGeom>
          <a:gradFill flip="none" rotWithShape="1">
            <a:gsLst>
              <a:gs pos="72000">
                <a:srgbClr val="FFFFFF">
                  <a:alpha val="20000"/>
                </a:srgbClr>
              </a:gs>
              <a:gs pos="100000">
                <a:schemeClr val="bg1">
                  <a:alpha val="0"/>
                </a:schemeClr>
              </a:gs>
              <a:gs pos="34000">
                <a:srgbClr val="FFFFFF">
                  <a:alpha val="60000"/>
                </a:srgbClr>
              </a:gs>
              <a:gs pos="0">
                <a:schemeClr val="bg1">
                  <a:alpha val="9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Rectangle 18" hidden="1">
            <a:extLst>
              <a:ext uri="{FF2B5EF4-FFF2-40B4-BE49-F238E27FC236}">
                <a16:creationId xmlns:a16="http://schemas.microsoft.com/office/drawing/2014/main" id="{8CD78CE2-D9AC-45CB-A2F3-D3AA803205C9}"/>
              </a:ext>
            </a:extLst>
          </p:cNvPr>
          <p:cNvSpPr/>
          <p:nvPr userDrawn="1"/>
        </p:nvSpPr>
        <p:spPr>
          <a:xfrm flipH="1">
            <a:off x="7384332" y="0"/>
            <a:ext cx="4807670" cy="6858000"/>
          </a:xfrm>
          <a:prstGeom prst="rect">
            <a:avLst/>
          </a:prstGeom>
          <a:gradFill flip="none" rotWithShape="1">
            <a:gsLst>
              <a:gs pos="72000">
                <a:srgbClr val="FFFFFF">
                  <a:alpha val="20000"/>
                </a:srgbClr>
              </a:gs>
              <a:gs pos="100000">
                <a:schemeClr val="bg1">
                  <a:alpha val="0"/>
                </a:schemeClr>
              </a:gs>
              <a:gs pos="34000">
                <a:srgbClr val="FFFFFF">
                  <a:alpha val="60000"/>
                </a:srgbClr>
              </a:gs>
              <a:gs pos="0">
                <a:schemeClr val="bg1">
                  <a:alpha val="9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CF72C089-5C7A-4515-B5EF-71F0A8C97BD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743325" y="1543050"/>
            <a:ext cx="4692652" cy="638178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Aft>
                <a:spcPts val="0"/>
              </a:spcAft>
              <a:buNone/>
              <a:defRPr lang="en-US" altLang="zh-CN" dirty="0" smtClean="0">
                <a:solidFill>
                  <a:schemeClr val="accent3">
                    <a:lumMod val="20000"/>
                    <a:lumOff val="80000"/>
                  </a:schemeClr>
                </a:solidFill>
              </a:defRPr>
            </a:lvl1pPr>
            <a:lvl2pPr>
              <a:defRPr lang="en-US" altLang="zh-CN" dirty="0" smtClean="0"/>
            </a:lvl2pPr>
            <a:lvl3pPr>
              <a:defRPr lang="en-US" altLang="zh-CN" dirty="0" smtClean="0"/>
            </a:lvl3pPr>
            <a:lvl4pPr>
              <a:defRPr lang="en-US" altLang="zh-CN" dirty="0" smtClean="0"/>
            </a:lvl4pPr>
            <a:lvl5pPr>
              <a:defRPr lang="zh-CN" altLang="en-US" dirty="0"/>
            </a:lvl5pPr>
          </a:lstStyle>
          <a:p>
            <a:pPr lvl="0"/>
            <a:r>
              <a:rPr lang="en-US" altLang="zh-CN" dirty="0"/>
              <a:t>Part?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333356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_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47F15-439D-417D-B1B0-7A92DC46CA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1" y="2147890"/>
            <a:ext cx="10515600" cy="2852737"/>
          </a:xfrm>
        </p:spPr>
        <p:txBody>
          <a:bodyPr anchor="b"/>
          <a:lstStyle>
            <a:lvl1pPr algn="l">
              <a:defRPr sz="4400"/>
            </a:lvl1pPr>
          </a:lstStyle>
          <a:p>
            <a:r>
              <a:rPr lang="en-US" altLang="zh-CN" dirty="0"/>
              <a:t>#Click to edit Master title style</a:t>
            </a:r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A427E3-BF93-4644-8E78-BDF74EAEA1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5246691"/>
            <a:ext cx="10515600" cy="849310"/>
          </a:xfrm>
        </p:spPr>
        <p:txBody>
          <a:bodyPr/>
          <a:lstStyle>
            <a:lvl1pPr marL="0" indent="0" algn="l">
              <a:buNone/>
              <a:defRPr sz="3200">
                <a:solidFill>
                  <a:srgbClr val="78B7DA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0FE23-EB8B-4AD6-A97C-B094B82118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CC0B92C9-1A3D-4C92-9369-E516D4EF0054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5E7A9-6CC5-4B28-929D-34DA9876F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72BC9-E36C-4D86-865D-48EE8EB35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6BD1D681-FED8-4FCF-AD93-C07FB7E6D9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529220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_Framed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47F15-439D-417D-B1B0-7A92DC46CA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1" y="2147890"/>
            <a:ext cx="10515600" cy="2852737"/>
          </a:xfrm>
        </p:spPr>
        <p:txBody>
          <a:bodyPr anchor="b"/>
          <a:lstStyle>
            <a:lvl1pPr algn="l">
              <a:defRPr sz="4400"/>
            </a:lvl1pPr>
          </a:lstStyle>
          <a:p>
            <a:r>
              <a:rPr lang="en-US" altLang="zh-CN" dirty="0"/>
              <a:t>#Click to edit Master title style</a:t>
            </a:r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A427E3-BF93-4644-8E78-BDF74EAEA1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5246691"/>
            <a:ext cx="10515600" cy="849310"/>
          </a:xfrm>
        </p:spPr>
        <p:txBody>
          <a:bodyPr/>
          <a:lstStyle>
            <a:lvl1pPr marL="0" indent="0" algn="l">
              <a:buNone/>
              <a:defRPr sz="3200">
                <a:solidFill>
                  <a:srgbClr val="78B7DA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0FE23-EB8B-4AD6-A97C-B094B82118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CC0B92C9-1A3D-4C92-9369-E516D4EF0054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5E7A9-6CC5-4B28-929D-34DA9876F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72BC9-E36C-4D86-865D-48EE8EB35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6BD1D681-FED8-4FCF-AD93-C07FB7E6D9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04858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_Dark">
    <p:bg>
      <p:bgPr>
        <a:solidFill>
          <a:srgbClr val="3388B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47F15-439D-417D-B1B0-7A92DC46CA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1" y="2147890"/>
            <a:ext cx="10515600" cy="2852737"/>
          </a:xfrm>
        </p:spPr>
        <p:txBody>
          <a:bodyPr anchor="b"/>
          <a:lstStyle>
            <a:lvl1pPr algn="l">
              <a:defRPr sz="4400">
                <a:solidFill>
                  <a:srgbClr val="F3F5F9"/>
                </a:solidFill>
              </a:defRPr>
            </a:lvl1pPr>
          </a:lstStyle>
          <a:p>
            <a:r>
              <a:rPr lang="en-US" altLang="zh-CN" dirty="0"/>
              <a:t>#Click to edit Master title style</a:t>
            </a:r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A427E3-BF93-4644-8E78-BDF74EAEA1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5246691"/>
            <a:ext cx="10515600" cy="849310"/>
          </a:xfrm>
        </p:spPr>
        <p:txBody>
          <a:bodyPr/>
          <a:lstStyle>
            <a:lvl1pPr marL="0" indent="0" algn="l">
              <a:buNone/>
              <a:defRPr sz="3200">
                <a:solidFill>
                  <a:schemeClr val="tx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0FE23-EB8B-4AD6-A97C-B094B82118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B92C9-1A3D-4C92-9369-E516D4EF0054}" type="datetimeFigureOut">
              <a:rPr lang="zh-CN" altLang="en-US" smtClean="0"/>
              <a:pPr/>
              <a:t>2025/6/5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5E7A9-6CC5-4B28-929D-34DA9876F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72BC9-E36C-4D86-865D-48EE8EB35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BD1D681-FED8-4FCF-AD93-C07FB7E6D92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52414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_Black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47F15-439D-417D-B1B0-7A92DC46CA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1" y="2147890"/>
            <a:ext cx="10515600" cy="2852737"/>
          </a:xfrm>
        </p:spPr>
        <p:txBody>
          <a:bodyPr anchor="b"/>
          <a:lstStyle>
            <a:lvl1pPr algn="l">
              <a:defRPr sz="4400">
                <a:solidFill>
                  <a:srgbClr val="F3F5F9"/>
                </a:solidFill>
              </a:defRPr>
            </a:lvl1pPr>
          </a:lstStyle>
          <a:p>
            <a:r>
              <a:rPr lang="en-US" altLang="zh-CN" dirty="0"/>
              <a:t>#Click to edit Master title style</a:t>
            </a:r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A427E3-BF93-4644-8E78-BDF74EAEA1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5246691"/>
            <a:ext cx="10515600" cy="849310"/>
          </a:xfrm>
        </p:spPr>
        <p:txBody>
          <a:bodyPr/>
          <a:lstStyle>
            <a:lvl1pPr marL="0" indent="0" algn="l">
              <a:buNone/>
              <a:defRPr sz="3200">
                <a:solidFill>
                  <a:schemeClr val="bg2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0FE23-EB8B-4AD6-A97C-B094B82118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C0B92C9-1A3D-4C92-9369-E516D4EF0054}" type="datetimeFigureOut">
              <a:rPr lang="zh-CN" altLang="en-US" smtClean="0"/>
              <a:pPr/>
              <a:t>2025/6/5</a:t>
            </a:fld>
            <a:endParaRPr lang="zh-CN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75E7A9-6CC5-4B28-929D-34DA9876F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672BC9-E36C-4D86-865D-48EE8EB35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BD1D681-FED8-4FCF-AD93-C07FB7E6D92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443603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094E83-984E-4A32-AE40-472C02552B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9C9BC-5A34-4D05-9068-09CF84118A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 sz="2800"/>
            </a:lvl1pPr>
          </a:lstStyle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65F94C-3156-4472-A0E5-D22630F551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86A0EF-AD94-4121-9060-2670AAB75C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CC0B92C9-1A3D-4C92-9369-E516D4EF0054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855E83-87CA-413F-B631-A03966479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B67A4A-35CA-4A95-A4A4-88F58311E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6BD1D681-FED8-4FCF-AD93-C07FB7E6D9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895458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A0514-AE83-4A7D-8C40-447E37E97B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F46BC6-E1CF-46BA-9466-9ECC73FFCB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776549"/>
            <a:ext cx="5157787" cy="633140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CN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A88828-5F51-411C-A215-E78D20DA12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5EEABE-2FCC-4C7D-A8FE-34F0178DEB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1" y="1776549"/>
            <a:ext cx="5183188" cy="633140"/>
          </a:xfrm>
        </p:spPr>
        <p:txBody>
          <a:bodyPr anchor="ctr"/>
          <a:lstStyle>
            <a:lvl1pPr marL="0" indent="0">
              <a:lnSpc>
                <a:spcPct val="100000"/>
              </a:lnSpc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FA980F1-3CEC-47A8-A5B0-D3D97B9286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  <a:endParaRPr lang="zh-CN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EFD620-C47D-489D-90E7-C839C9B42B9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CC0B92C9-1A3D-4C92-9369-E516D4EF0054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D421E1-42AB-4252-9B1C-EBDEC2ECC7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2A2EBE-5EA3-4BC4-B6A9-1703002F9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6BD1D681-FED8-4FCF-AD93-C07FB7E6D9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816618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DD1C9E-F8B5-4089-BC6C-9D49DF0122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CC0B92C9-1A3D-4C92-9369-E516D4EF0054}" type="datetimeFigureOut">
              <a:rPr lang="zh-CN" altLang="en-US" smtClean="0"/>
              <a:t>2025/6/5</a:t>
            </a:fld>
            <a:endParaRPr lang="zh-CN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F2018AD-EE36-4FD7-9D8A-FF35977168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9EF1D9-AE3A-40B4-97F0-471E6D4C2A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/>
          <a:lstStyle/>
          <a:p>
            <a:fld id="{6BD1D681-FED8-4FCF-AD93-C07FB7E6D92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84750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F4CB1E-998B-459D-BD3E-375983210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260966-4B5C-4A9E-AC82-3110F8074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altLang="zh-CN" dirty="0"/>
              <a:t>Click to edit Master text styles</a:t>
            </a:r>
          </a:p>
          <a:p>
            <a:pPr lvl="1"/>
            <a:r>
              <a:rPr lang="en-US" altLang="zh-CN" dirty="0"/>
              <a:t>Second level</a:t>
            </a:r>
          </a:p>
          <a:p>
            <a:pPr lvl="2"/>
            <a:r>
              <a:rPr lang="en-US" altLang="zh-CN" dirty="0"/>
              <a:t>Third level</a:t>
            </a:r>
          </a:p>
          <a:p>
            <a:pPr lvl="3"/>
            <a:r>
              <a:rPr lang="en-US" altLang="zh-CN" dirty="0"/>
              <a:t>Fourth level</a:t>
            </a:r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0AD37-54D6-460B-8515-B80C70C10B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rgbClr val="3286B7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fld id="{CC0B92C9-1A3D-4C92-9369-E516D4EF0054}" type="datetimeFigureOut">
              <a:rPr lang="zh-CN" altLang="en-US" smtClean="0"/>
              <a:pPr/>
              <a:t>2025/6/5</a:t>
            </a:fld>
            <a:endParaRPr lang="zh-CN" alt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E88B1-A751-4A14-8738-37DC4ED0AC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rgbClr val="3286B7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A4CD04-CAD0-4FB2-9228-174468D4CD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rgbClr val="3286B7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</a:lstStyle>
          <a:p>
            <a:fld id="{6BD1D681-FED8-4FCF-AD93-C07FB7E6D92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18182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79" r:id="rId3"/>
    <p:sldLayoutId id="2147483663" r:id="rId4"/>
    <p:sldLayoutId id="2147483675" r:id="rId5"/>
    <p:sldLayoutId id="2147483665" r:id="rId6"/>
    <p:sldLayoutId id="2147483672" r:id="rId7"/>
    <p:sldLayoutId id="2147483650" r:id="rId8"/>
    <p:sldLayoutId id="2147483678" r:id="rId9"/>
    <p:sldLayoutId id="2147483676" r:id="rId10"/>
    <p:sldLayoutId id="2147483661" r:id="rId11"/>
    <p:sldLayoutId id="2147483673" r:id="rId12"/>
    <p:sldLayoutId id="2147483658" r:id="rId13"/>
    <p:sldLayoutId id="2147483659" r:id="rId14"/>
    <p:sldLayoutId id="2147483666" r:id="rId15"/>
    <p:sldLayoutId id="2147483668" r:id="rId16"/>
    <p:sldLayoutId id="2147483670" r:id="rId17"/>
    <p:sldLayoutId id="2147483671" r:id="rId18"/>
    <p:sldLayoutId id="2147483669" r:id="rId19"/>
    <p:sldLayoutId id="2147483664" r:id="rId20"/>
    <p:sldLayoutId id="2147483651" r:id="rId21"/>
    <p:sldLayoutId id="2147483677" r:id="rId22"/>
    <p:sldLayoutId id="2147483662" r:id="rId23"/>
    <p:sldLayoutId id="2147483674" r:id="rId24"/>
    <p:sldLayoutId id="2147483652" r:id="rId25"/>
    <p:sldLayoutId id="2147483653" r:id="rId26"/>
    <p:sldLayoutId id="2147483655" r:id="rId27"/>
  </p:sldLayoutIdLst>
  <p:txStyles>
    <p:titleStyle>
      <a:lvl1pPr algn="ctr" defTabSz="914377" rtl="0" eaLnBrk="1" latinLnBrk="0" hangingPunct="1">
        <a:lnSpc>
          <a:spcPct val="100000"/>
        </a:lnSpc>
        <a:spcBef>
          <a:spcPct val="0"/>
        </a:spcBef>
        <a:buNone/>
        <a:defRPr sz="3600" kern="1200" baseline="0">
          <a:solidFill>
            <a:srgbClr val="3286B7"/>
          </a:solidFill>
          <a:latin typeface="Arial" panose="020B0604020202020204" pitchFamily="34" charset="0"/>
          <a:ea typeface="黑体" panose="02010609060101010101" pitchFamily="49" charset="-122"/>
          <a:cs typeface="+mj-cs"/>
        </a:defRPr>
      </a:lvl1pPr>
    </p:titleStyle>
    <p:bodyStyle>
      <a:lvl1pPr marL="359991" indent="-359991" algn="l" defTabSz="914377" rtl="0" eaLnBrk="1" latinLnBrk="0" hangingPunct="1">
        <a:lnSpc>
          <a:spcPct val="140000"/>
        </a:lnSpc>
        <a:spcBef>
          <a:spcPts val="0"/>
        </a:spcBef>
        <a:spcAft>
          <a:spcPts val="600"/>
        </a:spcAft>
        <a:buSzPct val="120000"/>
        <a:buFontTx/>
        <a:buBlip>
          <a:blip r:embed="rId29"/>
        </a:buBlip>
        <a:defRPr sz="2400" kern="1200" baseline="0">
          <a:solidFill>
            <a:srgbClr val="3286B7"/>
          </a:solidFill>
          <a:latin typeface="Arial" panose="020B0604020202020204" pitchFamily="34" charset="0"/>
          <a:ea typeface="黑体" panose="02010609060101010101" pitchFamily="49" charset="-122"/>
          <a:cs typeface="+mn-cs"/>
        </a:defRPr>
      </a:lvl1pPr>
      <a:lvl2pPr marL="685783" indent="-287993" algn="l" defTabSz="914377" rtl="0" eaLnBrk="1" latinLnBrk="0" hangingPunct="1">
        <a:lnSpc>
          <a:spcPct val="140000"/>
        </a:lnSpc>
        <a:spcBef>
          <a:spcPts val="0"/>
        </a:spcBef>
        <a:spcAft>
          <a:spcPts val="600"/>
        </a:spcAft>
        <a:buFontTx/>
        <a:buBlip>
          <a:blip r:embed="rId30"/>
        </a:buBlip>
        <a:defRPr sz="2000" kern="1200" baseline="0">
          <a:solidFill>
            <a:srgbClr val="3286B7"/>
          </a:solidFill>
          <a:latin typeface="Arial" panose="020B0604020202020204" pitchFamily="34" charset="0"/>
          <a:ea typeface="黑体" panose="02010609060101010101" pitchFamily="49" charset="-122"/>
          <a:cs typeface="+mn-cs"/>
        </a:defRPr>
      </a:lvl2pPr>
      <a:lvl3pPr marL="1142971" indent="-287993" algn="l" defTabSz="914377" rtl="0" eaLnBrk="1" latinLnBrk="0" hangingPunct="1">
        <a:lnSpc>
          <a:spcPct val="140000"/>
        </a:lnSpc>
        <a:spcBef>
          <a:spcPts val="0"/>
        </a:spcBef>
        <a:spcAft>
          <a:spcPts val="600"/>
        </a:spcAft>
        <a:buFont typeface="Wingdings" panose="05000000000000000000" pitchFamily="2" charset="2"/>
        <a:buChar char="Ø"/>
        <a:defRPr sz="1800" kern="1200" baseline="0">
          <a:solidFill>
            <a:srgbClr val="3286B7"/>
          </a:solidFill>
          <a:latin typeface="Arial" panose="020B0604020202020204" pitchFamily="34" charset="0"/>
          <a:ea typeface="黑体" panose="02010609060101010101" pitchFamily="49" charset="-122"/>
          <a:cs typeface="+mn-cs"/>
        </a:defRPr>
      </a:lvl3pPr>
      <a:lvl4pPr marL="1600160" indent="-287993" algn="l" defTabSz="914377" rtl="0" eaLnBrk="1" latinLnBrk="0" hangingPunct="1">
        <a:lnSpc>
          <a:spcPct val="140000"/>
        </a:lnSpc>
        <a:spcBef>
          <a:spcPts val="0"/>
        </a:spcBef>
        <a:spcAft>
          <a:spcPts val="600"/>
        </a:spcAft>
        <a:buFont typeface="Wingdings" panose="05000000000000000000" pitchFamily="2" charset="2"/>
        <a:buChar char="l"/>
        <a:defRPr sz="1600" kern="1200" baseline="0">
          <a:solidFill>
            <a:srgbClr val="3286B7"/>
          </a:solidFill>
          <a:latin typeface="Arial" panose="020B0604020202020204" pitchFamily="34" charset="0"/>
          <a:ea typeface="黑体" panose="02010609060101010101" pitchFamily="49" charset="-122"/>
          <a:cs typeface="+mn-cs"/>
        </a:defRPr>
      </a:lvl4pPr>
      <a:lvl5pPr marL="2057349" indent="-287993" algn="l" defTabSz="914377" rtl="0" eaLnBrk="1" latinLnBrk="0" hangingPunct="1">
        <a:lnSpc>
          <a:spcPct val="14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 baseline="0">
          <a:solidFill>
            <a:srgbClr val="3286B7"/>
          </a:solidFill>
          <a:latin typeface="Arial" panose="020B0604020202020204" pitchFamily="34" charset="0"/>
          <a:ea typeface="黑体" panose="02010609060101010101" pitchFamily="49" charset="-122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180.png"/><Relationship Id="rId3" Type="http://schemas.openxmlformats.org/officeDocument/2006/relationships/slide" Target="slide8.xml"/><Relationship Id="rId7" Type="http://schemas.openxmlformats.org/officeDocument/2006/relationships/image" Target="../media/image160.png"/><Relationship Id="rId12" Type="http://schemas.openxmlformats.org/officeDocument/2006/relationships/slide" Target="slide11.xml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9.xml"/><Relationship Id="rId6" Type="http://schemas.openxmlformats.org/officeDocument/2006/relationships/slide" Target="slide9.xml"/><Relationship Id="rId11" Type="http://schemas.openxmlformats.org/officeDocument/2006/relationships/image" Target="../media/image18.png"/><Relationship Id="rId5" Type="http://schemas.openxmlformats.org/officeDocument/2006/relationships/image" Target="../media/image16.png"/><Relationship Id="rId10" Type="http://schemas.openxmlformats.org/officeDocument/2006/relationships/image" Target="../media/image170.png"/><Relationship Id="rId4" Type="http://schemas.openxmlformats.org/officeDocument/2006/relationships/image" Target="../media/image150.png"/><Relationship Id="rId9" Type="http://schemas.openxmlformats.org/officeDocument/2006/relationships/slide" Target="slide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B9D985-8F07-4134-9212-67E4B49EFA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136BF4-B8A0-411B-9B4C-4208F2A20C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5EA5BE2-5C2B-46E8-B3EA-F02ACCA505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101" y="3143250"/>
            <a:ext cx="3724899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3975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9E062-ABBC-42F7-B79D-0A0789F61A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AB125B-360A-44D3-951C-BE9838C324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15232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1B1CB05-7A40-4DEB-9BA5-79D30F1E48E0}"/>
              </a:ext>
            </a:extLst>
          </p:cNvPr>
          <p:cNvSpPr txBox="1"/>
          <p:nvPr/>
        </p:nvSpPr>
        <p:spPr>
          <a:xfrm>
            <a:off x="4895849" y="2173159"/>
            <a:ext cx="645795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2400" dirty="0">
                <a:solidFill>
                  <a:srgbClr val="3388B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#1</a:t>
            </a:r>
            <a:endParaRPr lang="zh-CN" altLang="en-US" sz="2400" dirty="0">
              <a:solidFill>
                <a:srgbClr val="3388B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6425BA-0488-40C9-A13E-949FBDFF48D1}"/>
              </a:ext>
            </a:extLst>
          </p:cNvPr>
          <p:cNvSpPr txBox="1"/>
          <p:nvPr/>
        </p:nvSpPr>
        <p:spPr>
          <a:xfrm>
            <a:off x="5541644" y="2173159"/>
            <a:ext cx="567804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2400" dirty="0">
                <a:solidFill>
                  <a:srgbClr val="0D2737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第一部分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D33EEF-E848-4E85-A1C4-60243F977AB9}"/>
              </a:ext>
            </a:extLst>
          </p:cNvPr>
          <p:cNvSpPr txBox="1"/>
          <p:nvPr/>
        </p:nvSpPr>
        <p:spPr>
          <a:xfrm>
            <a:off x="4895849" y="2840671"/>
            <a:ext cx="645795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2400" dirty="0">
                <a:solidFill>
                  <a:srgbClr val="3388B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#2</a:t>
            </a:r>
            <a:endParaRPr lang="zh-CN" altLang="en-US" sz="2400" dirty="0">
              <a:solidFill>
                <a:srgbClr val="3388B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D0E32C-5C2C-4837-B627-6CD8D29E5581}"/>
              </a:ext>
            </a:extLst>
          </p:cNvPr>
          <p:cNvSpPr txBox="1"/>
          <p:nvPr/>
        </p:nvSpPr>
        <p:spPr>
          <a:xfrm>
            <a:off x="5541644" y="2840671"/>
            <a:ext cx="567804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2400" dirty="0">
                <a:solidFill>
                  <a:srgbClr val="0D2737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第二部分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2AB137F-2D02-4827-BF32-11B976C99ABC}"/>
              </a:ext>
            </a:extLst>
          </p:cNvPr>
          <p:cNvSpPr txBox="1"/>
          <p:nvPr/>
        </p:nvSpPr>
        <p:spPr>
          <a:xfrm>
            <a:off x="4895849" y="3508183"/>
            <a:ext cx="645795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2400" dirty="0">
                <a:solidFill>
                  <a:srgbClr val="3388B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#3</a:t>
            </a:r>
            <a:endParaRPr lang="zh-CN" altLang="en-US" sz="2400" dirty="0">
              <a:solidFill>
                <a:srgbClr val="3388B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18E5F1B-3816-42EA-A14F-5D3C6654A05C}"/>
              </a:ext>
            </a:extLst>
          </p:cNvPr>
          <p:cNvSpPr txBox="1"/>
          <p:nvPr/>
        </p:nvSpPr>
        <p:spPr>
          <a:xfrm>
            <a:off x="5541644" y="3508183"/>
            <a:ext cx="567804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2400" dirty="0">
                <a:solidFill>
                  <a:srgbClr val="0D2737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第三部分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5555CBD-704C-45F7-AC1E-6CAD8232DF4B}"/>
              </a:ext>
            </a:extLst>
          </p:cNvPr>
          <p:cNvSpPr txBox="1"/>
          <p:nvPr/>
        </p:nvSpPr>
        <p:spPr>
          <a:xfrm>
            <a:off x="4895849" y="4175695"/>
            <a:ext cx="645795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US" altLang="zh-CN" sz="2400" dirty="0">
                <a:solidFill>
                  <a:srgbClr val="3388B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#4</a:t>
            </a:r>
            <a:endParaRPr lang="zh-CN" altLang="en-US" sz="2400" dirty="0">
              <a:solidFill>
                <a:srgbClr val="3388B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400FF8-4651-4A5D-A22F-2E62FBCDD2EA}"/>
              </a:ext>
            </a:extLst>
          </p:cNvPr>
          <p:cNvSpPr txBox="1"/>
          <p:nvPr/>
        </p:nvSpPr>
        <p:spPr>
          <a:xfrm>
            <a:off x="5541644" y="4175695"/>
            <a:ext cx="5678044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zh-CN" altLang="en-US" sz="2400" dirty="0">
                <a:solidFill>
                  <a:srgbClr val="0D2737"/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rPr>
              <a:t>第四部分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58C0A348-4367-425A-95BD-C4979C0A87B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11867" y="3048001"/>
            <a:ext cx="3820409" cy="3809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478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333CF-40A3-4278-8149-B6443D14DE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标题 文字 </a:t>
            </a:r>
            <a:r>
              <a:rPr lang="en-US" altLang="zh-CN" dirty="0"/>
              <a:t>Title</a:t>
            </a:r>
            <a:endParaRPr lang="zh-CN" alt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A073B2-11A5-4D1F-9CCF-60DB2CB263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一级文本</a:t>
            </a:r>
            <a:endParaRPr lang="en-US" altLang="zh-CN" dirty="0"/>
          </a:p>
          <a:p>
            <a:pPr lvl="1"/>
            <a:r>
              <a:rPr lang="zh-CN" altLang="en-US" dirty="0"/>
              <a:t>二级文本</a:t>
            </a:r>
            <a:endParaRPr lang="en-US" altLang="zh-CN" dirty="0"/>
          </a:p>
          <a:p>
            <a:pPr lvl="2"/>
            <a:r>
              <a:rPr lang="zh-CN" altLang="en-US" dirty="0"/>
              <a:t>三级文本</a:t>
            </a:r>
            <a:endParaRPr lang="en-US" altLang="zh-CN" dirty="0"/>
          </a:p>
          <a:p>
            <a:pPr lvl="3"/>
            <a:r>
              <a:rPr lang="zh-CN" altLang="en-US" dirty="0"/>
              <a:t>四级文本</a:t>
            </a:r>
            <a:endParaRPr lang="en-US" altLang="zh-CN" dirty="0"/>
          </a:p>
          <a:p>
            <a:pPr lvl="4"/>
            <a:r>
              <a:rPr lang="en-US" altLang="zh-CN" dirty="0"/>
              <a:t>……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D7B553-DC97-44FD-80CA-B7149061DE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#1.1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173664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8FBEAD-BAC9-4684-9AF5-AB11308B79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【</a:t>
            </a:r>
            <a:r>
              <a:rPr lang="zh-CN" altLang="en-US" dirty="0"/>
              <a:t>关于字体的选择</a:t>
            </a:r>
            <a:r>
              <a:rPr lang="en-US" altLang="zh-CN" dirty="0"/>
              <a:t>】</a:t>
            </a:r>
          </a:p>
          <a:p>
            <a:r>
              <a:rPr lang="zh-CN" altLang="en-US" dirty="0"/>
              <a:t>为保证兼容性，当前字体为</a:t>
            </a:r>
            <a:endParaRPr lang="en-US" altLang="zh-CN" dirty="0"/>
          </a:p>
          <a:p>
            <a:pPr lvl="1"/>
            <a:r>
              <a:rPr lang="zh-CN" altLang="en-US" dirty="0"/>
              <a:t>中文：黑体</a:t>
            </a:r>
            <a:endParaRPr lang="en-US" altLang="zh-CN" dirty="0"/>
          </a:p>
          <a:p>
            <a:pPr lvl="1"/>
            <a:r>
              <a:rPr lang="zh-CN" altLang="en-US" dirty="0"/>
              <a:t>英文和数字：</a:t>
            </a:r>
            <a:r>
              <a:rPr lang="en-US" altLang="zh-CN" dirty="0"/>
              <a:t>Arial</a:t>
            </a:r>
          </a:p>
          <a:p>
            <a:r>
              <a:rPr lang="zh-CN" altLang="en-US" dirty="0"/>
              <a:t>替换方法：</a:t>
            </a:r>
            <a:endParaRPr lang="en-US" altLang="zh-CN" dirty="0"/>
          </a:p>
          <a:p>
            <a:pPr lvl="1"/>
            <a:r>
              <a:rPr lang="zh-CN" altLang="en-US" dirty="0"/>
              <a:t>在“字体”选项中直接修改，或</a:t>
            </a:r>
            <a:endParaRPr lang="en-US" altLang="zh-CN" dirty="0"/>
          </a:p>
          <a:p>
            <a:pPr lvl="1"/>
            <a:r>
              <a:rPr lang="zh-CN" altLang="en-US" dirty="0"/>
              <a:t>在“幻灯片母版”里批量修改，或</a:t>
            </a:r>
            <a:endParaRPr lang="en-US" altLang="zh-CN" dirty="0"/>
          </a:p>
          <a:p>
            <a:pPr lvl="1"/>
            <a:r>
              <a:rPr lang="zh-CN" altLang="en-US" dirty="0"/>
              <a:t>使用“替换→替换字体”</a:t>
            </a:r>
            <a:endParaRPr lang="en-US" altLang="zh-CN" dirty="0"/>
          </a:p>
          <a:p>
            <a:pPr lvl="1"/>
            <a:endParaRPr lang="zh-CN" alt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B016017-1F7F-4D6E-8328-45C3E6990C0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#1.2</a:t>
            </a:r>
            <a:endParaRPr lang="zh-CN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B0C4955-1691-4A2C-AAF4-6D7248D3CA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加框的样式</a:t>
            </a:r>
          </a:p>
        </p:txBody>
      </p:sp>
    </p:spTree>
    <p:extLst>
      <p:ext uri="{BB962C8B-B14F-4D97-AF65-F5344CB8AC3E}">
        <p14:creationId xmlns:p14="http://schemas.microsoft.com/office/powerpoint/2010/main" val="2225363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80B0C42-A97F-49A0-960D-93B0B4B44A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页面样式选择：直接在“版式”中选择不同的样式即可。</a:t>
            </a:r>
            <a:endParaRPr lang="en-US" altLang="zh-CN" dirty="0"/>
          </a:p>
          <a:p>
            <a:r>
              <a:rPr lang="zh-CN" altLang="en-US" dirty="0"/>
              <a:t>页面样式可以在幻灯片母版中自由修改。</a:t>
            </a:r>
            <a:endParaRPr lang="en-US" altLang="zh-CN" dirty="0"/>
          </a:p>
          <a:p>
            <a:r>
              <a:rPr lang="zh-CN" altLang="en-US" dirty="0"/>
              <a:t>如果使用版式一致的话，也可以通过复制来新建页面。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E485ADAF-9A15-4F83-A861-7956AC12DE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#1.3</a:t>
            </a:r>
            <a:endParaRPr lang="zh-CN" alt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83BAD6C-7085-4CD1-84CC-5C72A0F2E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深色模式</a:t>
            </a:r>
          </a:p>
        </p:txBody>
      </p:sp>
    </p:spTree>
    <p:extLst>
      <p:ext uri="{BB962C8B-B14F-4D97-AF65-F5344CB8AC3E}">
        <p14:creationId xmlns:p14="http://schemas.microsoft.com/office/powerpoint/2010/main" val="38305993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21F7218F-A656-435E-9C47-B14D1B006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其他的样式（不含序号）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199A1E-7E18-4ACD-B183-49E016790E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Click!</a:t>
            </a:r>
            <a:endParaRPr lang="zh-CN" altLang="en-US" dirty="0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8" name="Slide Zoom 7">
                <a:extLst>
                  <a:ext uri="{FF2B5EF4-FFF2-40B4-BE49-F238E27FC236}">
                    <a16:creationId xmlns:a16="http://schemas.microsoft.com/office/drawing/2014/main" id="{2E0A21FF-4D08-4A33-AF29-187C2E016CC4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652677984"/>
                  </p:ext>
                </p:extLst>
              </p:nvPr>
            </p:nvGraphicFramePr>
            <p:xfrm>
              <a:off x="2380063" y="2616199"/>
              <a:ext cx="3048000" cy="1714500"/>
            </p:xfrm>
            <a:graphic>
              <a:graphicData uri="http://schemas.microsoft.com/office/powerpoint/2016/slidezoom">
                <pslz:sldZm>
                  <pslz:sldZmObj sldId="263" cId="2324944696">
                    <pslz:zmPr id="{53657353-3538-447C-913E-D91302E5E2CF}" returnToParent="0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srgbClr val="0D2737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8" name="Slide Zoom 7">
                <a:hlinkClick r:id="rId3" action="ppaction://hlinksldjump"/>
                <a:extLst>
                  <a:ext uri="{FF2B5EF4-FFF2-40B4-BE49-F238E27FC236}">
                    <a16:creationId xmlns:a16="http://schemas.microsoft.com/office/drawing/2014/main" id="{2E0A21FF-4D08-4A33-AF29-187C2E016CC4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80063" y="2616199"/>
                <a:ext cx="3048000" cy="1714500"/>
              </a:xfrm>
              <a:prstGeom prst="rect">
                <a:avLst/>
              </a:prstGeom>
              <a:ln w="3175">
                <a:solidFill>
                  <a:srgbClr val="0D2737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0" name="Slide Zoom 9">
                <a:extLst>
                  <a:ext uri="{FF2B5EF4-FFF2-40B4-BE49-F238E27FC236}">
                    <a16:creationId xmlns:a16="http://schemas.microsoft.com/office/drawing/2014/main" id="{FF6DD43B-6BC9-4804-9031-EE3752FDDB93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41943707"/>
                  </p:ext>
                </p:extLst>
              </p:nvPr>
            </p:nvGraphicFramePr>
            <p:xfrm>
              <a:off x="6718699" y="2616199"/>
              <a:ext cx="3048000" cy="1714500"/>
            </p:xfrm>
            <a:graphic>
              <a:graphicData uri="http://schemas.microsoft.com/office/powerpoint/2016/slidezoom">
                <pslz:sldZm>
                  <pslz:sldZmObj sldId="264" cId="237099029">
                    <pslz:zmPr id="{E6DDCBE1-AAE1-47C3-9261-D49C5ACBD30F}" returnToParent="0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>
                          <a:solidFill>
                            <a:srgbClr val="0D2737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0" name="Slide Zoom 9">
                <a:hlinkClick r:id="rId6" action="ppaction://hlinksldjump"/>
                <a:extLst>
                  <a:ext uri="{FF2B5EF4-FFF2-40B4-BE49-F238E27FC236}">
                    <a16:creationId xmlns:a16="http://schemas.microsoft.com/office/drawing/2014/main" id="{FF6DD43B-6BC9-4804-9031-EE3752FDDB9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718699" y="2616199"/>
                <a:ext cx="3048000" cy="1714500"/>
              </a:xfrm>
              <a:prstGeom prst="rect">
                <a:avLst/>
              </a:prstGeom>
              <a:ln>
                <a:solidFill>
                  <a:srgbClr val="0D2737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2" name="Slide Zoom 11">
                <a:extLst>
                  <a:ext uri="{FF2B5EF4-FFF2-40B4-BE49-F238E27FC236}">
                    <a16:creationId xmlns:a16="http://schemas.microsoft.com/office/drawing/2014/main" id="{6DE07854-4E0C-4522-8AF9-1E56AA2B99C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53263130"/>
                  </p:ext>
                </p:extLst>
              </p:nvPr>
            </p:nvGraphicFramePr>
            <p:xfrm>
              <a:off x="2380063" y="4873624"/>
              <a:ext cx="3048000" cy="1714500"/>
            </p:xfrm>
            <a:graphic>
              <a:graphicData uri="http://schemas.microsoft.com/office/powerpoint/2016/slidezoom">
                <pslz:sldZm>
                  <pslz:sldZmObj sldId="265" cId="3228034105">
                    <pslz:zmPr id="{41AD1284-923E-41CB-99F9-6DED147FF088}" returnToParent="0" transitionDur="1000">
                      <p166:blipFill xmlns:p166="http://schemas.microsoft.com/office/powerpoint/2016/6/main">
                        <a:blip r:embed="rId8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srgbClr val="0D2737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2" name="Slide Zoom 11">
                <a:hlinkClick r:id="rId9" action="ppaction://hlinksldjump"/>
                <a:extLst>
                  <a:ext uri="{FF2B5EF4-FFF2-40B4-BE49-F238E27FC236}">
                    <a16:creationId xmlns:a16="http://schemas.microsoft.com/office/drawing/2014/main" id="{6DE07854-4E0C-4522-8AF9-1E56AA2B99C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2380063" y="4873624"/>
                <a:ext cx="3048000" cy="1714500"/>
              </a:xfrm>
              <a:prstGeom prst="rect">
                <a:avLst/>
              </a:prstGeom>
              <a:ln w="3175">
                <a:solidFill>
                  <a:srgbClr val="0D2737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4" name="Slide Zoom 13">
                <a:extLst>
                  <a:ext uri="{FF2B5EF4-FFF2-40B4-BE49-F238E27FC236}">
                    <a16:creationId xmlns:a16="http://schemas.microsoft.com/office/drawing/2014/main" id="{DD6474DE-7770-407C-BDE0-5AAA44747747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96874005"/>
                  </p:ext>
                </p:extLst>
              </p:nvPr>
            </p:nvGraphicFramePr>
            <p:xfrm>
              <a:off x="6718699" y="4873624"/>
              <a:ext cx="3048000" cy="1714500"/>
            </p:xfrm>
            <a:graphic>
              <a:graphicData uri="http://schemas.microsoft.com/office/powerpoint/2016/slidezoom">
                <pslz:sldZm>
                  <pslz:sldZmObj sldId="266" cId="1940791719">
                    <pslz:zmPr id="{E5CEEAAF-D876-4DBF-A323-6D3470424F5E}" returnToParent="0" transitionDur="1000">
                      <p166:blipFill xmlns:p166="http://schemas.microsoft.com/office/powerpoint/2016/6/main">
                        <a:blip r:embed="rId11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srgbClr val="0D2737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4" name="Slide Zoom 13">
                <a:hlinkClick r:id="rId12" action="ppaction://hlinksldjump"/>
                <a:extLst>
                  <a:ext uri="{FF2B5EF4-FFF2-40B4-BE49-F238E27FC236}">
                    <a16:creationId xmlns:a16="http://schemas.microsoft.com/office/drawing/2014/main" id="{DD6474DE-7770-407C-BDE0-5AAA44747747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718699" y="4873624"/>
                <a:ext cx="3048000" cy="1714500"/>
              </a:xfrm>
              <a:prstGeom prst="rect">
                <a:avLst/>
              </a:prstGeom>
              <a:ln w="3175">
                <a:solidFill>
                  <a:srgbClr val="0D2737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669049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72E97A5-1AA5-4952-B634-AB383D6A9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标题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DFD13D-A061-4FD3-85A9-E66B8F4BF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文本文本文本文本</a:t>
            </a:r>
          </a:p>
        </p:txBody>
      </p:sp>
    </p:spTree>
    <p:extLst>
      <p:ext uri="{BB962C8B-B14F-4D97-AF65-F5344CB8AC3E}">
        <p14:creationId xmlns:p14="http://schemas.microsoft.com/office/powerpoint/2010/main" val="23249446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72E97A5-1AA5-4952-B634-AB383D6A9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标题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DFD13D-A061-4FD3-85A9-E66B8F4BF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文本文本文本文本</a:t>
            </a:r>
          </a:p>
        </p:txBody>
      </p:sp>
    </p:spTree>
    <p:extLst>
      <p:ext uri="{BB962C8B-B14F-4D97-AF65-F5344CB8AC3E}">
        <p14:creationId xmlns:p14="http://schemas.microsoft.com/office/powerpoint/2010/main" val="2370990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72E97A5-1AA5-4952-B634-AB383D6A9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标题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DFD13D-A061-4FD3-85A9-E66B8F4BF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文本文本文本文本</a:t>
            </a:r>
          </a:p>
        </p:txBody>
      </p:sp>
    </p:spTree>
    <p:extLst>
      <p:ext uri="{BB962C8B-B14F-4D97-AF65-F5344CB8AC3E}">
        <p14:creationId xmlns:p14="http://schemas.microsoft.com/office/powerpoint/2010/main" val="32280341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72E97A5-1AA5-4952-B634-AB383D6A9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标题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4DFD13D-A061-4FD3-85A9-E66B8F4BF0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文本文本文本文本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4B24F3E-B9E9-4F69-AF1F-FDC8317FD4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101" y="3143250"/>
            <a:ext cx="3724899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07917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背景图，可以替换，不需要的话记得删掉">
            <a:extLst>
              <a:ext uri="{FF2B5EF4-FFF2-40B4-BE49-F238E27FC236}">
                <a16:creationId xmlns:a16="http://schemas.microsoft.com/office/drawing/2014/main" id="{664314BF-A6A2-4019-B8CA-356ADCD97F9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7614" b="30745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效果层">
            <a:extLst>
              <a:ext uri="{FF2B5EF4-FFF2-40B4-BE49-F238E27FC236}">
                <a16:creationId xmlns:a16="http://schemas.microsoft.com/office/drawing/2014/main" id="{75420106-D20B-44DF-B616-3DFCE2BF09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1"/>
            <a:ext cx="12192000" cy="6857999"/>
          </a:xfrm>
          <a:prstGeom prst="rect">
            <a:avLst/>
          </a:prstGeom>
        </p:spPr>
      </p:pic>
      <p:sp>
        <p:nvSpPr>
          <p:cNvPr id="5" name="Text 2">
            <a:extLst>
              <a:ext uri="{FF2B5EF4-FFF2-40B4-BE49-F238E27FC236}">
                <a16:creationId xmlns:a16="http://schemas.microsoft.com/office/drawing/2014/main" id="{F2BD24A6-A60B-4E25-AD37-2A6712601D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使用方法：把后面的图片删掉</a:t>
            </a:r>
            <a:endParaRPr lang="en-US" altLang="zh-CN" dirty="0"/>
          </a:p>
          <a:p>
            <a:r>
              <a:rPr lang="zh-CN" altLang="en-US" dirty="0"/>
              <a:t>把需要的图片粘贴进来并置于底层</a:t>
            </a:r>
            <a:endParaRPr lang="en-US" altLang="zh-CN" dirty="0"/>
          </a:p>
          <a:p>
            <a:r>
              <a:rPr lang="zh-CN" altLang="en-US" dirty="0"/>
              <a:t>或者直接设置为页面背景</a:t>
            </a:r>
            <a:endParaRPr lang="en-US" altLang="zh-CN" dirty="0"/>
          </a:p>
          <a:p>
            <a:r>
              <a:rPr lang="zh-CN" altLang="en-US" sz="2000" dirty="0"/>
              <a:t>（可以在“选择窗格”中选择</a:t>
            </a:r>
            <a:r>
              <a:rPr lang="en-US" altLang="zh-CN" sz="2000" dirty="0"/>
              <a:t>/</a:t>
            </a:r>
            <a:r>
              <a:rPr lang="zh-CN" altLang="en-US" sz="2000" dirty="0"/>
              <a:t>删除图层）</a:t>
            </a:r>
          </a:p>
        </p:txBody>
      </p:sp>
      <p:sp>
        <p:nvSpPr>
          <p:cNvPr id="4" name="Title">
            <a:extLst>
              <a:ext uri="{FF2B5EF4-FFF2-40B4-BE49-F238E27FC236}">
                <a16:creationId xmlns:a16="http://schemas.microsoft.com/office/drawing/2014/main" id="{8F583669-6593-4795-8375-E84FB3222F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有背景图片的节标题页</a:t>
            </a:r>
          </a:p>
        </p:txBody>
      </p:sp>
      <p:sp>
        <p:nvSpPr>
          <p:cNvPr id="6" name="Text 1">
            <a:extLst>
              <a:ext uri="{FF2B5EF4-FFF2-40B4-BE49-F238E27FC236}">
                <a16:creationId xmlns:a16="http://schemas.microsoft.com/office/drawing/2014/main" id="{FB7F64A7-8800-4724-A81F-36BDA669BB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咕咕嘎嘎</a:t>
            </a:r>
          </a:p>
        </p:txBody>
      </p:sp>
    </p:spTree>
    <p:extLst>
      <p:ext uri="{BB962C8B-B14F-4D97-AF65-F5344CB8AC3E}">
        <p14:creationId xmlns:p14="http://schemas.microsoft.com/office/powerpoint/2010/main" val="14881163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9886B44-470A-4A9D-A042-15632D95C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#2 </a:t>
            </a:r>
            <a:r>
              <a:rPr lang="zh-CN" altLang="en-US" dirty="0"/>
              <a:t>节标题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0F25721-3769-4371-8A08-D6EA484E5EB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其他样式的节标题，带框的</a:t>
            </a:r>
            <a:r>
              <a:rPr lang="en-US" altLang="zh-CN" dirty="0"/>
              <a:t>/</a:t>
            </a:r>
            <a:r>
              <a:rPr lang="zh-CN" altLang="en-US" dirty="0"/>
              <a:t>蓝色的</a:t>
            </a:r>
            <a:r>
              <a:rPr lang="en-US" altLang="zh-CN" dirty="0"/>
              <a:t>/</a:t>
            </a:r>
            <a:r>
              <a:rPr lang="zh-CN" altLang="en-US" dirty="0"/>
              <a:t>深色的都有</a:t>
            </a:r>
          </a:p>
        </p:txBody>
      </p:sp>
    </p:spTree>
    <p:extLst>
      <p:ext uri="{BB962C8B-B14F-4D97-AF65-F5344CB8AC3E}">
        <p14:creationId xmlns:p14="http://schemas.microsoft.com/office/powerpoint/2010/main" val="4245170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02FCF80-FD0E-4A48-9E4F-60C52F420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设计样式来源于</a:t>
            </a:r>
            <a:r>
              <a:rPr lang="en-US" altLang="zh-CN" dirty="0"/>
              <a:t>ED</a:t>
            </a:r>
            <a:endParaRPr lang="zh-CN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40A62F3-BEC5-41C3-BF4A-E54667541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图片与文本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31A5C70-3661-41FA-9554-EDF8B77D007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</p:sp>
    </p:spTree>
    <p:extLst>
      <p:ext uri="{BB962C8B-B14F-4D97-AF65-F5344CB8AC3E}">
        <p14:creationId xmlns:p14="http://schemas.microsoft.com/office/powerpoint/2010/main" val="23679194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02FCF80-FD0E-4A48-9E4F-60C52F420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设计样式来源于</a:t>
            </a:r>
            <a:r>
              <a:rPr lang="en-US" altLang="zh-CN" dirty="0"/>
              <a:t>ED</a:t>
            </a:r>
            <a:endParaRPr lang="zh-CN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40A62F3-BEC5-41C3-BF4A-E54667541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图片与文本</a:t>
            </a:r>
            <a:r>
              <a:rPr lang="en-US" altLang="zh-CN" dirty="0"/>
              <a:t>		</a:t>
            </a:r>
            <a:endParaRPr lang="zh-CN" altLang="en-US" dirty="0"/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657B8A2-D6FE-4E7F-95FC-03295750D27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</p:sp>
    </p:spTree>
    <p:extLst>
      <p:ext uri="{BB962C8B-B14F-4D97-AF65-F5344CB8AC3E}">
        <p14:creationId xmlns:p14="http://schemas.microsoft.com/office/powerpoint/2010/main" val="34653859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02FCF80-FD0E-4A48-9E4F-60C52F420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有 </a:t>
            </a:r>
            <a:r>
              <a:rPr lang="en-US" altLang="zh-CN" dirty="0" err="1"/>
              <a:t>Tomori</a:t>
            </a:r>
            <a:r>
              <a:rPr lang="en-US" altLang="zh-CN" dirty="0"/>
              <a:t>, Anon, </a:t>
            </a:r>
            <a:r>
              <a:rPr lang="en-US" altLang="zh-CN" dirty="0" err="1"/>
              <a:t>Soyo</a:t>
            </a:r>
            <a:r>
              <a:rPr lang="en-US" altLang="zh-CN" dirty="0"/>
              <a:t>, Taki </a:t>
            </a:r>
            <a:r>
              <a:rPr lang="zh-CN" altLang="en-US" dirty="0"/>
              <a:t>和 </a:t>
            </a:r>
            <a:r>
              <a:rPr lang="en-US" altLang="zh-CN" dirty="0"/>
              <a:t>Rana </a:t>
            </a:r>
            <a:r>
              <a:rPr lang="zh-CN" altLang="en-US" dirty="0"/>
              <a:t>五个样式，其实区别不是很大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40A62F3-BEC5-41C3-BF4A-E54667541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图片与文本</a:t>
            </a:r>
            <a:r>
              <a:rPr lang="en-US" altLang="zh-CN" dirty="0"/>
              <a:t>		</a:t>
            </a:r>
            <a:endParaRPr lang="zh-CN" altLang="en-US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6C9BD7B7-25FC-44F6-9EA2-BDB4897D5C4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F16328-6BD3-4514-881D-371F4D54A6E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74197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D2003289-CD9F-4405-8292-E4BC34496D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凑数用的对比文本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3357CF3-83C7-496C-BED3-F8B6ECB0DB4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zh-CN" altLang="en-US" dirty="0"/>
              <a:t>动画和切换样式还没加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DCF43C7E-04C8-46DF-AECA-5D061E9D4AD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zh-CN" altLang="en-US" dirty="0"/>
              <a:t>动画和切换样式还没加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599124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0993A326-FAB2-440E-BA1E-4FBA610ED3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67101" y="3143250"/>
            <a:ext cx="3724899" cy="3714750"/>
          </a:xfrm>
          <a:prstGeom prst="rect">
            <a:avLst/>
          </a:prstGeom>
        </p:spPr>
      </p:pic>
      <p:sp>
        <p:nvSpPr>
          <p:cNvPr id="13" name="Title 12">
            <a:extLst>
              <a:ext uri="{FF2B5EF4-FFF2-40B4-BE49-F238E27FC236}">
                <a16:creationId xmlns:a16="http://schemas.microsoft.com/office/drawing/2014/main" id="{1F1414B5-AE08-40C7-B5FA-AC8B1EF0A5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The End</a:t>
            </a:r>
            <a:endParaRPr lang="zh-CN" alt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9E31CB-13A4-4C83-B414-3B185C042E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右边的</a:t>
            </a:r>
            <a:r>
              <a:rPr lang="en-US" altLang="zh-CN" dirty="0" err="1"/>
              <a:t>MyGO</a:t>
            </a:r>
            <a:r>
              <a:rPr lang="zh-CN" altLang="en-US" dirty="0"/>
              <a:t>标志感兴趣的话可以加到每页</a:t>
            </a:r>
            <a:r>
              <a:rPr lang="en-US" altLang="zh-CN" dirty="0"/>
              <a:t>PPT</a:t>
            </a:r>
            <a:r>
              <a:rPr lang="zh-CN" altLang="en-US" dirty="0"/>
              <a:t>里当背景</a:t>
            </a:r>
          </a:p>
        </p:txBody>
      </p:sp>
    </p:spTree>
    <p:extLst>
      <p:ext uri="{BB962C8B-B14F-4D97-AF65-F5344CB8AC3E}">
        <p14:creationId xmlns:p14="http://schemas.microsoft.com/office/powerpoint/2010/main" val="30988482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217</TotalTime>
  <Words>293</Words>
  <Application>Microsoft Office PowerPoint</Application>
  <PresentationFormat>Widescreen</PresentationFormat>
  <Paragraphs>59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等线</vt:lpstr>
      <vt:lpstr>华文中宋</vt:lpstr>
      <vt:lpstr>Arial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标题 文字 Title</vt:lpstr>
      <vt:lpstr>加框的样式</vt:lpstr>
      <vt:lpstr>深色模式</vt:lpstr>
      <vt:lpstr>其他的样式（不含序号）</vt:lpstr>
      <vt:lpstr>标题</vt:lpstr>
      <vt:lpstr>标题</vt:lpstr>
      <vt:lpstr>标题</vt:lpstr>
      <vt:lpstr>标题</vt:lpstr>
      <vt:lpstr>有背景图片的节标题页</vt:lpstr>
      <vt:lpstr>#2 节标题</vt:lpstr>
      <vt:lpstr>图片与文本</vt:lpstr>
      <vt:lpstr>图片与文本  </vt:lpstr>
      <vt:lpstr>图片与文本  </vt:lpstr>
      <vt:lpstr>凑数用的对比文本</vt:lpstr>
      <vt:lpstr>The End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MyGO!!!!!</dc:title>
  <dc:creator>高松 燈;千早 愛音;结束乐队_長崎 そよ;椎名 立希;猫;客服小祥_crychic;黄瓜</dc:creator>
  <cp:keywords>MyGO!!!!!</cp:keywords>
  <cp:lastModifiedBy>pc</cp:lastModifiedBy>
  <cp:revision>32</cp:revision>
  <dcterms:created xsi:type="dcterms:W3CDTF">2025-06-01T07:40:51Z</dcterms:created>
  <dcterms:modified xsi:type="dcterms:W3CDTF">2025-06-05T07:17:50Z</dcterms:modified>
  <cp:category>组一辈子乐队</cp:category>
</cp:coreProperties>
</file>